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7" r:id="rId4"/>
  </p:sldMasterIdLst>
  <p:notesMasterIdLst>
    <p:notesMasterId r:id="rId14"/>
  </p:notesMasterIdLst>
  <p:handoutMasterIdLst>
    <p:handoutMasterId r:id="rId15"/>
  </p:handoutMasterIdLst>
  <p:sldIdLst>
    <p:sldId id="298" r:id="rId5"/>
    <p:sldId id="302" r:id="rId6"/>
    <p:sldId id="292" r:id="rId7"/>
    <p:sldId id="299" r:id="rId8"/>
    <p:sldId id="300" r:id="rId9"/>
    <p:sldId id="301" r:id="rId10"/>
    <p:sldId id="304" r:id="rId11"/>
    <p:sldId id="303" r:id="rId12"/>
    <p:sldId id="305" r:id="rId13"/>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DE70E"/>
    <a:srgbClr val="FFFFFF"/>
    <a:srgbClr val="F1F3F3"/>
    <a:srgbClr val="E5EAE9"/>
    <a:srgbClr val="E1DBD5"/>
    <a:srgbClr val="FF66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Keine Formatvorlage, Tabellenraster">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999" autoAdjust="0"/>
    <p:restoredTop sz="96807" autoAdjust="0"/>
  </p:normalViewPr>
  <p:slideViewPr>
    <p:cSldViewPr showGuides="1">
      <p:cViewPr varScale="1">
        <p:scale>
          <a:sx n="97" d="100"/>
          <a:sy n="97" d="100"/>
        </p:scale>
        <p:origin x="78" y="318"/>
      </p:cViewPr>
      <p:guideLst/>
    </p:cSldViewPr>
  </p:slideViewPr>
  <p:outlineViewPr>
    <p:cViewPr>
      <p:scale>
        <a:sx n="33" d="100"/>
        <a:sy n="33" d="100"/>
      </p:scale>
      <p:origin x="0" y="0"/>
    </p:cViewPr>
  </p:outlineViewPr>
  <p:notesTextViewPr>
    <p:cViewPr>
      <p:scale>
        <a:sx n="3" d="2"/>
        <a:sy n="3" d="2"/>
      </p:scale>
      <p:origin x="0" y="0"/>
    </p:cViewPr>
  </p:notesTextViewPr>
  <p:notesViewPr>
    <p:cSldViewPr>
      <p:cViewPr varScale="1">
        <p:scale>
          <a:sx n="107" d="100"/>
          <a:sy n="107" d="100"/>
        </p:scale>
        <p:origin x="5259" y="69"/>
      </p:cViewPr>
      <p:guideLst/>
    </p:cSldViewPr>
  </p:notesViewPr>
  <p:gridSpacing cx="72000" cy="720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476672" y="229395"/>
            <a:ext cx="4320480" cy="310159"/>
          </a:xfrm>
          <a:prstGeom prst="rect">
            <a:avLst/>
          </a:prstGeom>
        </p:spPr>
        <p:txBody>
          <a:bodyPr vert="horz" lIns="0" tIns="0" rIns="0" bIns="0" rtlCol="0"/>
          <a:lstStyle>
            <a:lvl1pPr algn="l">
              <a:defRPr sz="1200"/>
            </a:lvl1pPr>
          </a:lstStyle>
          <a:p>
            <a:r>
              <a:rPr lang="de-CH" sz="900"/>
              <a:t>Kopfzeilentext</a:t>
            </a:r>
            <a:endParaRPr lang="de-CH" sz="900" dirty="0"/>
          </a:p>
        </p:txBody>
      </p:sp>
      <p:sp>
        <p:nvSpPr>
          <p:cNvPr id="3" name="Datumsplatzhalter 2"/>
          <p:cNvSpPr>
            <a:spLocks noGrp="1"/>
          </p:cNvSpPr>
          <p:nvPr>
            <p:ph type="dt" sz="quarter" idx="1"/>
          </p:nvPr>
        </p:nvSpPr>
        <p:spPr>
          <a:xfrm>
            <a:off x="5137720" y="229395"/>
            <a:ext cx="1243608" cy="310159"/>
          </a:xfrm>
          <a:prstGeom prst="rect">
            <a:avLst/>
          </a:prstGeom>
        </p:spPr>
        <p:txBody>
          <a:bodyPr vert="horz" lIns="0" tIns="0" rIns="0" bIns="0" rtlCol="0"/>
          <a:lstStyle>
            <a:lvl1pPr algn="r">
              <a:defRPr sz="1200"/>
            </a:lvl1pPr>
          </a:lstStyle>
          <a:p>
            <a:fld id="{EEC665CA-D682-48EC-95D2-126FD6449D65}" type="datetime1">
              <a:rPr lang="de-CH" sz="900" smtClean="0"/>
              <a:t>18.12.2025</a:t>
            </a:fld>
            <a:endParaRPr lang="de-CH" sz="900"/>
          </a:p>
        </p:txBody>
      </p:sp>
      <p:sp>
        <p:nvSpPr>
          <p:cNvPr id="4" name="Fußzeilenplatzhalter 3"/>
          <p:cNvSpPr>
            <a:spLocks noGrp="1"/>
          </p:cNvSpPr>
          <p:nvPr>
            <p:ph type="ftr" sz="quarter" idx="2"/>
          </p:nvPr>
        </p:nvSpPr>
        <p:spPr>
          <a:xfrm>
            <a:off x="476672" y="8489144"/>
            <a:ext cx="4320480" cy="331331"/>
          </a:xfrm>
          <a:prstGeom prst="rect">
            <a:avLst/>
          </a:prstGeom>
        </p:spPr>
        <p:txBody>
          <a:bodyPr vert="horz" lIns="0" tIns="0" rIns="0" bIns="0" rtlCol="0" anchor="b"/>
          <a:lstStyle>
            <a:lvl1pPr algn="l">
              <a:defRPr sz="1200"/>
            </a:lvl1pPr>
          </a:lstStyle>
          <a:p>
            <a:r>
              <a:rPr lang="de-CH" sz="900"/>
              <a:t>Fusszeilentext</a:t>
            </a:r>
            <a:endParaRPr lang="de-CH" sz="900" dirty="0"/>
          </a:p>
        </p:txBody>
      </p:sp>
      <p:sp>
        <p:nvSpPr>
          <p:cNvPr id="5" name="Foliennummernplatzhalter 4"/>
          <p:cNvSpPr>
            <a:spLocks noGrp="1"/>
          </p:cNvSpPr>
          <p:nvPr>
            <p:ph type="sldNum" sz="quarter" idx="3"/>
          </p:nvPr>
        </p:nvSpPr>
        <p:spPr>
          <a:xfrm>
            <a:off x="5137720" y="8489146"/>
            <a:ext cx="1243608" cy="331329"/>
          </a:xfrm>
          <a:prstGeom prst="rect">
            <a:avLst/>
          </a:prstGeom>
        </p:spPr>
        <p:txBody>
          <a:bodyPr vert="horz" lIns="0" tIns="0" rIns="0" bIns="0" rtlCol="0" anchor="b"/>
          <a:lstStyle>
            <a:lvl1pPr algn="r">
              <a:defRPr sz="1200"/>
            </a:lvl1pPr>
          </a:lstStyle>
          <a:p>
            <a:fld id="{2CEDAA2C-602C-494B-9BFF-F0D7FF14E319}" type="slidenum">
              <a:rPr lang="de-CH" sz="900" smtClean="0"/>
              <a:t>‹#›</a:t>
            </a:fld>
            <a:endParaRPr lang="de-CH" sz="900" dirty="0"/>
          </a:p>
        </p:txBody>
      </p:sp>
    </p:spTree>
    <p:extLst>
      <p:ext uri="{BB962C8B-B14F-4D97-AF65-F5344CB8AC3E}">
        <p14:creationId xmlns:p14="http://schemas.microsoft.com/office/powerpoint/2010/main" val="1625002673"/>
      </p:ext>
    </p:extLst>
  </p:cSld>
  <p:clrMap bg1="lt1" tx1="dk1" bg2="lt2" tx2="dk2" accent1="accent1" accent2="accent2" accent3="accent3" accent4="accent4" accent5="accent5" accent6="accent6" hlink="hlink" folHlink="folHlink"/>
  <p:hf hdr="0" ftr="0" dt="0"/>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2" name="Folienbildplatzhalter 11"/>
          <p:cNvSpPr>
            <a:spLocks noGrp="1" noRot="1" noChangeAspect="1"/>
          </p:cNvSpPr>
          <p:nvPr>
            <p:ph type="sldImg" idx="2"/>
          </p:nvPr>
        </p:nvSpPr>
        <p:spPr>
          <a:xfrm>
            <a:off x="764704" y="899592"/>
            <a:ext cx="5560412" cy="3127732"/>
          </a:xfrm>
          <a:prstGeom prst="rect">
            <a:avLst/>
          </a:prstGeom>
          <a:noFill/>
          <a:ln w="3175">
            <a:solidFill>
              <a:prstClr val="black"/>
            </a:solidFill>
          </a:ln>
        </p:spPr>
        <p:txBody>
          <a:bodyPr vert="horz" lIns="91440" tIns="45720" rIns="91440" bIns="45720" rtlCol="0" anchor="ctr"/>
          <a:lstStyle/>
          <a:p>
            <a:endParaRPr lang="de-CH"/>
          </a:p>
        </p:txBody>
      </p:sp>
      <p:sp>
        <p:nvSpPr>
          <p:cNvPr id="14" name="Fußzeilenplatzhalter 13"/>
          <p:cNvSpPr>
            <a:spLocks noGrp="1"/>
          </p:cNvSpPr>
          <p:nvPr>
            <p:ph type="ftr" sz="quarter" idx="4"/>
          </p:nvPr>
        </p:nvSpPr>
        <p:spPr>
          <a:xfrm>
            <a:off x="775244" y="8712000"/>
            <a:ext cx="2230428" cy="179512"/>
          </a:xfrm>
          <a:prstGeom prst="rect">
            <a:avLst/>
          </a:prstGeom>
        </p:spPr>
        <p:txBody>
          <a:bodyPr vert="horz" lIns="0" tIns="0" rIns="0" bIns="0" rtlCol="0" anchor="t"/>
          <a:lstStyle>
            <a:lvl1pPr algn="l">
              <a:defRPr sz="900"/>
            </a:lvl1pPr>
          </a:lstStyle>
          <a:p>
            <a:r>
              <a:rPr lang="de-CH" dirty="0"/>
              <a:t>Fusszeilentext</a:t>
            </a:r>
          </a:p>
        </p:txBody>
      </p:sp>
      <p:sp>
        <p:nvSpPr>
          <p:cNvPr id="15" name="Foliennummernplatzhalter 14"/>
          <p:cNvSpPr>
            <a:spLocks noGrp="1"/>
          </p:cNvSpPr>
          <p:nvPr>
            <p:ph type="sldNum" sz="quarter" idx="5"/>
          </p:nvPr>
        </p:nvSpPr>
        <p:spPr>
          <a:xfrm>
            <a:off x="5462663" y="8712000"/>
            <a:ext cx="871173" cy="179512"/>
          </a:xfrm>
          <a:prstGeom prst="rect">
            <a:avLst/>
          </a:prstGeom>
        </p:spPr>
        <p:txBody>
          <a:bodyPr vert="horz" lIns="0" tIns="0" rIns="0" bIns="0" rtlCol="0" anchor="t"/>
          <a:lstStyle>
            <a:lvl1pPr algn="r">
              <a:defRPr sz="900"/>
            </a:lvl1pPr>
          </a:lstStyle>
          <a:p>
            <a:fld id="{83C81C81-E364-4366-A610-2DB15FF98538}" type="slidenum">
              <a:rPr lang="de-CH" smtClean="0"/>
              <a:pPr/>
              <a:t>‹#›</a:t>
            </a:fld>
            <a:endParaRPr lang="de-CH" dirty="0"/>
          </a:p>
        </p:txBody>
      </p:sp>
      <p:sp>
        <p:nvSpPr>
          <p:cNvPr id="16" name="Notizenplatzhalter 15"/>
          <p:cNvSpPr>
            <a:spLocks noGrp="1"/>
          </p:cNvSpPr>
          <p:nvPr>
            <p:ph type="body" sz="quarter" idx="3"/>
          </p:nvPr>
        </p:nvSpPr>
        <p:spPr>
          <a:xfrm>
            <a:off x="773424" y="4283968"/>
            <a:ext cx="5560412" cy="4248472"/>
          </a:xfrm>
          <a:prstGeom prst="rect">
            <a:avLst/>
          </a:prstGeom>
        </p:spPr>
        <p:txBody>
          <a:bodyPr vert="horz" lIns="0" tIns="0" rIns="0" bIns="0" rtlCol="0"/>
          <a:lstStyle/>
          <a:p>
            <a:pPr lvl="0"/>
            <a:r>
              <a:rPr lang="de-DE" dirty="0"/>
              <a:t>Textmasterformat bearbeiten</a:t>
            </a:r>
          </a:p>
          <a:p>
            <a:pPr lvl="1"/>
            <a:r>
              <a:rPr lang="de-DE" dirty="0"/>
              <a:t>Zweite Ebene</a:t>
            </a:r>
          </a:p>
          <a:p>
            <a:pPr lvl="2"/>
            <a:r>
              <a:rPr lang="de-DE" dirty="0"/>
              <a:t>Dritte Ebene</a:t>
            </a:r>
          </a:p>
          <a:p>
            <a:pPr lvl="3"/>
            <a:r>
              <a:rPr lang="de-DE" dirty="0"/>
              <a:t>Vierte Ebene</a:t>
            </a:r>
          </a:p>
          <a:p>
            <a:pPr lvl="4"/>
            <a:r>
              <a:rPr lang="de-DE" dirty="0"/>
              <a:t>Fünfte Ebene</a:t>
            </a:r>
            <a:endParaRPr lang="de-CH" dirty="0"/>
          </a:p>
        </p:txBody>
      </p:sp>
      <p:sp>
        <p:nvSpPr>
          <p:cNvPr id="17" name="Datumsplatzhalter 16"/>
          <p:cNvSpPr>
            <a:spLocks noGrp="1"/>
          </p:cNvSpPr>
          <p:nvPr>
            <p:ph type="dt" idx="1"/>
          </p:nvPr>
        </p:nvSpPr>
        <p:spPr>
          <a:xfrm>
            <a:off x="4229809" y="425838"/>
            <a:ext cx="2095308" cy="185722"/>
          </a:xfrm>
          <a:prstGeom prst="rect">
            <a:avLst/>
          </a:prstGeom>
        </p:spPr>
        <p:txBody>
          <a:bodyPr vert="horz" lIns="0" tIns="0" rIns="0" bIns="0" rtlCol="0"/>
          <a:lstStyle>
            <a:lvl1pPr algn="r">
              <a:defRPr sz="900"/>
            </a:lvl1pPr>
          </a:lstStyle>
          <a:p>
            <a:fld id="{A17AAF7D-4283-4014-80F4-26E915FEACF8}" type="datetime1">
              <a:rPr lang="de-CH" smtClean="0"/>
              <a:t>18.12.2025</a:t>
            </a:fld>
            <a:endParaRPr lang="de-CH" dirty="0"/>
          </a:p>
        </p:txBody>
      </p:sp>
      <p:sp>
        <p:nvSpPr>
          <p:cNvPr id="18" name="Kopfzeilenplatzhalter 17"/>
          <p:cNvSpPr>
            <a:spLocks noGrp="1"/>
          </p:cNvSpPr>
          <p:nvPr>
            <p:ph type="hdr" sz="quarter"/>
          </p:nvPr>
        </p:nvSpPr>
        <p:spPr>
          <a:xfrm>
            <a:off x="764704" y="432000"/>
            <a:ext cx="3249080" cy="179560"/>
          </a:xfrm>
          <a:prstGeom prst="rect">
            <a:avLst/>
          </a:prstGeom>
        </p:spPr>
        <p:txBody>
          <a:bodyPr vert="horz" lIns="0" tIns="0" rIns="0" bIns="0" rtlCol="0"/>
          <a:lstStyle>
            <a:lvl1pPr algn="l">
              <a:defRPr sz="900"/>
            </a:lvl1pPr>
          </a:lstStyle>
          <a:p>
            <a:r>
              <a:rPr lang="de-CH"/>
              <a:t>Kopfzeilentext</a:t>
            </a:r>
            <a:endParaRPr lang="de-CH" dirty="0"/>
          </a:p>
        </p:txBody>
      </p:sp>
    </p:spTree>
    <p:extLst>
      <p:ext uri="{BB962C8B-B14F-4D97-AF65-F5344CB8AC3E}">
        <p14:creationId xmlns:p14="http://schemas.microsoft.com/office/powerpoint/2010/main" val="3117097057"/>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spcAft>
        <a:spcPts val="600"/>
      </a:spcAft>
      <a:defRPr sz="1100" kern="1200">
        <a:solidFill>
          <a:schemeClr val="tx1"/>
        </a:solidFill>
        <a:latin typeface="+mn-lt"/>
        <a:ea typeface="+mn-ea"/>
        <a:cs typeface="+mn-cs"/>
      </a:defRPr>
    </a:lvl1pPr>
    <a:lvl2pPr marL="177800" indent="-177800" algn="l" defTabSz="914400" rtl="0" eaLnBrk="1" latinLnBrk="0" hangingPunct="1">
      <a:spcAft>
        <a:spcPts val="600"/>
      </a:spcAft>
      <a:buFont typeface="Arial" panose="020B0604020202020204" pitchFamily="34" charset="0"/>
      <a:buChar char="‒"/>
      <a:defRPr sz="1100" kern="1200">
        <a:solidFill>
          <a:schemeClr val="tx1"/>
        </a:solidFill>
        <a:latin typeface="+mn-lt"/>
        <a:ea typeface="+mn-ea"/>
        <a:cs typeface="+mn-cs"/>
      </a:defRPr>
    </a:lvl2pPr>
    <a:lvl3pPr marL="357188" indent="-179388" algn="l" defTabSz="914400" rtl="0" eaLnBrk="1" latinLnBrk="0" hangingPunct="1">
      <a:spcAft>
        <a:spcPts val="600"/>
      </a:spcAft>
      <a:buFont typeface="Arial" panose="020B0604020202020204" pitchFamily="34" charset="0"/>
      <a:buChar char="‒"/>
      <a:defRPr sz="1100" kern="1200">
        <a:solidFill>
          <a:schemeClr val="tx1"/>
        </a:solidFill>
        <a:latin typeface="+mn-lt"/>
        <a:ea typeface="+mn-ea"/>
        <a:cs typeface="+mn-cs"/>
      </a:defRPr>
    </a:lvl3pPr>
    <a:lvl4pPr marL="534988" indent="-177800" algn="l" defTabSz="914400" rtl="0" eaLnBrk="1" latinLnBrk="0" hangingPunct="1">
      <a:spcAft>
        <a:spcPts val="600"/>
      </a:spcAft>
      <a:buFont typeface="Arial" panose="020B0604020202020204" pitchFamily="34" charset="0"/>
      <a:buChar char="‒"/>
      <a:defRPr sz="1100" kern="1200">
        <a:solidFill>
          <a:schemeClr val="tx1"/>
        </a:solidFill>
        <a:latin typeface="+mn-lt"/>
        <a:ea typeface="+mn-ea"/>
        <a:cs typeface="+mn-cs"/>
      </a:defRPr>
    </a:lvl4pPr>
    <a:lvl5pPr marL="720725" indent="-185738" algn="l" defTabSz="914400" rtl="0" eaLnBrk="1" latinLnBrk="0" hangingPunct="1">
      <a:spcAft>
        <a:spcPts val="600"/>
      </a:spcAft>
      <a:buFont typeface="Arial" panose="020B0604020202020204" pitchFamily="34" charset="0"/>
      <a:buChar char="‒"/>
      <a:defRPr sz="11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880" userDrawn="1">
          <p15:clr>
            <a:srgbClr val="F26B43"/>
          </p15:clr>
        </p15:guide>
        <p15:guide id="2" pos="2160" userDrawn="1">
          <p15:clr>
            <a:srgbClr val="F26B43"/>
          </p15:clr>
        </p15:guide>
      </p15:sldGuideLst>
    </p:ext>
  </p:extLst>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elfolie">
    <p:spTree>
      <p:nvGrpSpPr>
        <p:cNvPr id="1" name=""/>
        <p:cNvGrpSpPr/>
        <p:nvPr/>
      </p:nvGrpSpPr>
      <p:grpSpPr>
        <a:xfrm>
          <a:off x="0" y="0"/>
          <a:ext cx="0" cy="0"/>
          <a:chOff x="0" y="0"/>
          <a:chExt cx="0" cy="0"/>
        </a:xfrm>
      </p:grpSpPr>
      <p:sp>
        <p:nvSpPr>
          <p:cNvPr id="11" name="Rechteck 10">
            <a:extLst>
              <a:ext uri="{FF2B5EF4-FFF2-40B4-BE49-F238E27FC236}">
                <a16:creationId xmlns:a16="http://schemas.microsoft.com/office/drawing/2014/main" id="{2040BAA5-8ED1-5052-684A-DB6BB56E8FD6}"/>
              </a:ext>
            </a:extLst>
          </p:cNvPr>
          <p:cNvSpPr/>
          <p:nvPr userDrawn="1"/>
        </p:nvSpPr>
        <p:spPr>
          <a:xfrm>
            <a:off x="0" y="846667"/>
            <a:ext cx="6102000" cy="6011333"/>
          </a:xfrm>
          <a:prstGeom prst="rect">
            <a:avLst/>
          </a:prstGeom>
          <a:solidFill>
            <a:srgbClr val="FDE70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CH" dirty="0"/>
          </a:p>
        </p:txBody>
      </p:sp>
      <p:sp>
        <p:nvSpPr>
          <p:cNvPr id="4" name="Datumsplatzhalter 3">
            <a:extLst>
              <a:ext uri="{FF2B5EF4-FFF2-40B4-BE49-F238E27FC236}">
                <a16:creationId xmlns:a16="http://schemas.microsoft.com/office/drawing/2014/main" id="{E22D3C48-FDED-470C-908E-96B5A0DDFDE7}"/>
              </a:ext>
            </a:extLst>
          </p:cNvPr>
          <p:cNvSpPr>
            <a:spLocks noGrp="1"/>
          </p:cNvSpPr>
          <p:nvPr>
            <p:ph type="dt" sz="half" idx="10"/>
          </p:nvPr>
        </p:nvSpPr>
        <p:spPr>
          <a:xfrm>
            <a:off x="408076" y="6223621"/>
            <a:ext cx="2631600" cy="216000"/>
          </a:xfrm>
        </p:spPr>
        <p:txBody>
          <a:bodyPr/>
          <a:lstStyle>
            <a:lvl1pPr>
              <a:defRPr sz="1350"/>
            </a:lvl1pPr>
          </a:lstStyle>
          <a:p>
            <a:r>
              <a:rPr lang="de-DE" dirty="0"/>
              <a:t>D MMMM YYYY</a:t>
            </a:r>
            <a:endParaRPr lang="de-CH" dirty="0"/>
          </a:p>
        </p:txBody>
      </p:sp>
      <p:sp>
        <p:nvSpPr>
          <p:cNvPr id="6" name="Fußzeilenplatzhalter 5">
            <a:extLst>
              <a:ext uri="{FF2B5EF4-FFF2-40B4-BE49-F238E27FC236}">
                <a16:creationId xmlns:a16="http://schemas.microsoft.com/office/drawing/2014/main" id="{198B2F51-FE27-4B05-A169-62F7E9E34421}"/>
              </a:ext>
            </a:extLst>
          </p:cNvPr>
          <p:cNvSpPr>
            <a:spLocks noGrp="1"/>
          </p:cNvSpPr>
          <p:nvPr>
            <p:ph type="ftr" sz="quarter" idx="11"/>
          </p:nvPr>
        </p:nvSpPr>
        <p:spPr>
          <a:xfrm rot="16200000">
            <a:off x="12031569" y="148321"/>
            <a:ext cx="360000" cy="36000"/>
          </a:xfrm>
        </p:spPr>
        <p:txBody>
          <a:bodyPr/>
          <a:lstStyle>
            <a:lvl1pPr>
              <a:defRPr sz="100">
                <a:solidFill>
                  <a:schemeClr val="bg1"/>
                </a:solidFill>
              </a:defRPr>
            </a:lvl1pPr>
          </a:lstStyle>
          <a:p>
            <a:r>
              <a:rPr lang="de-CH"/>
              <a:t>Fusszeile (Ändern über «Einfügen &gt; Kopf- und Fusszeile»)</a:t>
            </a:r>
            <a:endParaRPr lang="de-CH" dirty="0"/>
          </a:p>
        </p:txBody>
      </p:sp>
      <p:sp>
        <p:nvSpPr>
          <p:cNvPr id="8" name="Foliennummernplatzhalter 7">
            <a:extLst>
              <a:ext uri="{FF2B5EF4-FFF2-40B4-BE49-F238E27FC236}">
                <a16:creationId xmlns:a16="http://schemas.microsoft.com/office/drawing/2014/main" id="{CD7C1A0D-0D46-4AD6-A4E0-C34A72CE2E1A}"/>
              </a:ext>
            </a:extLst>
          </p:cNvPr>
          <p:cNvSpPr>
            <a:spLocks noGrp="1"/>
          </p:cNvSpPr>
          <p:nvPr>
            <p:ph type="sldNum" sz="quarter" idx="12"/>
          </p:nvPr>
        </p:nvSpPr>
        <p:spPr>
          <a:xfrm rot="16200000">
            <a:off x="12031569" y="148321"/>
            <a:ext cx="360000" cy="36000"/>
          </a:xfrm>
          <a:prstGeom prst="rect">
            <a:avLst/>
          </a:prstGeom>
        </p:spPr>
        <p:txBody>
          <a:bodyPr/>
          <a:lstStyle>
            <a:lvl1pPr>
              <a:defRPr sz="100">
                <a:solidFill>
                  <a:schemeClr val="bg1"/>
                </a:solidFill>
              </a:defRPr>
            </a:lvl1pPr>
          </a:lstStyle>
          <a:p>
            <a:fld id="{442AD375-037F-43D0-B059-5172DA06796A}" type="slidenum">
              <a:rPr lang="de-CH" smtClean="0"/>
              <a:pPr/>
              <a:t>‹#›</a:t>
            </a:fld>
            <a:endParaRPr lang="de-CH" dirty="0"/>
          </a:p>
        </p:txBody>
      </p:sp>
      <p:sp>
        <p:nvSpPr>
          <p:cNvPr id="7" name="Bildplatzhalter 3">
            <a:extLst>
              <a:ext uri="{FF2B5EF4-FFF2-40B4-BE49-F238E27FC236}">
                <a16:creationId xmlns:a16="http://schemas.microsoft.com/office/drawing/2014/main" id="{594B6BE9-185E-A88B-41DA-D0D14396ED72}"/>
              </a:ext>
            </a:extLst>
          </p:cNvPr>
          <p:cNvSpPr>
            <a:spLocks noGrp="1"/>
          </p:cNvSpPr>
          <p:nvPr>
            <p:ph type="pic" sz="quarter" idx="17" hasCustomPrompt="1"/>
          </p:nvPr>
        </p:nvSpPr>
        <p:spPr>
          <a:xfrm>
            <a:off x="6103027" y="850779"/>
            <a:ext cx="5323238" cy="6007221"/>
          </a:xfrm>
          <a:solidFill>
            <a:schemeClr val="accent5">
              <a:lumMod val="40000"/>
              <a:lumOff val="60000"/>
            </a:schemeClr>
          </a:solidFill>
        </p:spPr>
        <p:txBody>
          <a:bodyPr anchor="t"/>
          <a:lstStyle>
            <a:lvl1pPr marL="0" indent="0" algn="ctr">
              <a:buNone/>
              <a:defRPr sz="1600" b="0"/>
            </a:lvl1pPr>
          </a:lstStyle>
          <a:p>
            <a:r>
              <a:rPr lang="de-CH" dirty="0"/>
              <a:t> Ersetzen Sie diesen Platzhalter durch ein Bild </a:t>
            </a:r>
            <a:br>
              <a:rPr lang="de-CH" dirty="0"/>
            </a:br>
            <a:r>
              <a:rPr lang="de-CH" dirty="0"/>
              <a:t>(Grösse und Position beibehalten).</a:t>
            </a:r>
            <a:br>
              <a:rPr lang="de-CH" dirty="0"/>
            </a:br>
            <a:br>
              <a:rPr lang="de-CH" dirty="0"/>
            </a:br>
            <a:r>
              <a:rPr lang="de-CH" dirty="0"/>
              <a:t>Eine Auswahl an FHNW-Bildern finden Sie im </a:t>
            </a:r>
            <a:br>
              <a:rPr lang="de-CH" dirty="0"/>
            </a:br>
            <a:r>
              <a:rPr lang="de-CH" dirty="0"/>
              <a:t>«Content </a:t>
            </a:r>
            <a:r>
              <a:rPr lang="de-CH" dirty="0" err="1"/>
              <a:t>Chooser</a:t>
            </a:r>
            <a:r>
              <a:rPr lang="de-CH" dirty="0"/>
              <a:t>» rechts in PowerPoint </a:t>
            </a:r>
            <a:br>
              <a:rPr lang="de-CH" dirty="0"/>
            </a:br>
            <a:r>
              <a:rPr lang="de-CH" dirty="0"/>
              <a:t>oder unter dem Menüpunkt «Einfügen &gt; Inhalte».</a:t>
            </a:r>
            <a:br>
              <a:rPr lang="de-CH" dirty="0"/>
            </a:br>
            <a:br>
              <a:rPr lang="de-CH" dirty="0"/>
            </a:br>
            <a:r>
              <a:rPr lang="de-CH" dirty="0"/>
              <a:t>Eigene Bilder können Sie durch einen Klick auf das untenstehende Icon einfügen.</a:t>
            </a:r>
          </a:p>
        </p:txBody>
      </p:sp>
      <p:sp>
        <p:nvSpPr>
          <p:cNvPr id="5" name="Textplatzhalter 6">
            <a:extLst>
              <a:ext uri="{FF2B5EF4-FFF2-40B4-BE49-F238E27FC236}">
                <a16:creationId xmlns:a16="http://schemas.microsoft.com/office/drawing/2014/main" id="{287EEC27-B21C-02CA-ECBC-917FAECFBDA5}"/>
              </a:ext>
            </a:extLst>
          </p:cNvPr>
          <p:cNvSpPr>
            <a:spLocks noGrp="1"/>
          </p:cNvSpPr>
          <p:nvPr>
            <p:ph type="body" sz="quarter" idx="18" hasCustomPrompt="1"/>
          </p:nvPr>
        </p:nvSpPr>
        <p:spPr>
          <a:xfrm>
            <a:off x="408076" y="5229000"/>
            <a:ext cx="5265300" cy="935263"/>
          </a:xfrm>
        </p:spPr>
        <p:txBody>
          <a:bodyPr anchor="b"/>
          <a:lstStyle>
            <a:lvl1pPr marL="0" indent="0">
              <a:buNone/>
              <a:defRPr sz="1350">
                <a:latin typeface="+mn-lt"/>
                <a:cs typeface="Arial" panose="020B0604020202020204" pitchFamily="34" charset="0"/>
              </a:defRPr>
            </a:lvl1pPr>
          </a:lstStyle>
          <a:p>
            <a:r>
              <a:rPr lang="de-CH" sz="1350" dirty="0"/>
              <a:t>Vorname Name</a:t>
            </a:r>
          </a:p>
        </p:txBody>
      </p:sp>
      <p:sp>
        <p:nvSpPr>
          <p:cNvPr id="9" name="Titel 1">
            <a:extLst>
              <a:ext uri="{FF2B5EF4-FFF2-40B4-BE49-F238E27FC236}">
                <a16:creationId xmlns:a16="http://schemas.microsoft.com/office/drawing/2014/main" id="{D6CC97B3-B836-D6D6-7A42-566F071FE557}"/>
              </a:ext>
            </a:extLst>
          </p:cNvPr>
          <p:cNvSpPr>
            <a:spLocks noGrp="1"/>
          </p:cNvSpPr>
          <p:nvPr>
            <p:ph type="ctrTitle" hasCustomPrompt="1"/>
          </p:nvPr>
        </p:nvSpPr>
        <p:spPr>
          <a:xfrm>
            <a:off x="407368" y="1117240"/>
            <a:ext cx="5265301" cy="1231106"/>
          </a:xfrm>
        </p:spPr>
        <p:txBody>
          <a:bodyPr wrap="square" anchor="t">
            <a:noAutofit/>
          </a:bodyPr>
          <a:lstStyle>
            <a:lvl1pPr>
              <a:defRPr sz="4000" b="1">
                <a:latin typeface="+mj-lt"/>
              </a:defRPr>
            </a:lvl1pPr>
          </a:lstStyle>
          <a:p>
            <a:r>
              <a:rPr lang="de-CH" dirty="0"/>
              <a:t>Titel </a:t>
            </a:r>
            <a:br>
              <a:rPr lang="de-CH" dirty="0"/>
            </a:br>
            <a:r>
              <a:rPr lang="de-CH" dirty="0"/>
              <a:t>hinzufügen</a:t>
            </a:r>
          </a:p>
        </p:txBody>
      </p:sp>
      <p:sp>
        <p:nvSpPr>
          <p:cNvPr id="12" name="Untertitel 2">
            <a:extLst>
              <a:ext uri="{FF2B5EF4-FFF2-40B4-BE49-F238E27FC236}">
                <a16:creationId xmlns:a16="http://schemas.microsoft.com/office/drawing/2014/main" id="{6EFFB021-AEC2-B428-A250-E8A8F84795C1}"/>
              </a:ext>
            </a:extLst>
          </p:cNvPr>
          <p:cNvSpPr>
            <a:spLocks noGrp="1"/>
          </p:cNvSpPr>
          <p:nvPr>
            <p:ph type="subTitle" idx="1" hasCustomPrompt="1"/>
          </p:nvPr>
        </p:nvSpPr>
        <p:spPr>
          <a:xfrm>
            <a:off x="408076" y="2926800"/>
            <a:ext cx="5265300" cy="1510200"/>
          </a:xfrm>
        </p:spPr>
        <p:txBody>
          <a:bodyPr/>
          <a:lstStyle>
            <a:lvl1pPr marL="0" indent="0">
              <a:lnSpc>
                <a:spcPct val="100000"/>
              </a:lnSpc>
              <a:buNone/>
              <a:defRPr sz="2400" b="1">
                <a:latin typeface="+mn-lt"/>
              </a:defRPr>
            </a:lvl1pPr>
          </a:lstStyle>
          <a:p>
            <a:pPr marL="0" marR="0" lvl="0" indent="0" algn="l" defTabSz="914400" rtl="0" eaLnBrk="1" fontAlgn="auto" latinLnBrk="0" hangingPunct="1">
              <a:lnSpc>
                <a:spcPct val="125000"/>
              </a:lnSpc>
              <a:spcBef>
                <a:spcPts val="0"/>
              </a:spcBef>
              <a:spcAft>
                <a:spcPts val="0"/>
              </a:spcAft>
              <a:buClrTx/>
              <a:buSzTx/>
              <a:buFont typeface="Arial" panose="020B0604020202020204" pitchFamily="34" charset="0"/>
              <a:buNone/>
              <a:tabLst/>
              <a:defRPr/>
            </a:pPr>
            <a:r>
              <a:rPr lang="de-CH" noProof="0" dirty="0"/>
              <a:t>Untertitel </a:t>
            </a:r>
            <a:br>
              <a:rPr lang="de-CH" noProof="0" dirty="0"/>
            </a:br>
            <a:r>
              <a:rPr lang="de-CH" noProof="0" dirty="0"/>
              <a:t>hinzufügen</a:t>
            </a:r>
            <a:endParaRPr lang="de-CH" dirty="0"/>
          </a:p>
        </p:txBody>
      </p:sp>
    </p:spTree>
    <p:extLst>
      <p:ext uri="{BB962C8B-B14F-4D97-AF65-F5344CB8AC3E}">
        <p14:creationId xmlns:p14="http://schemas.microsoft.com/office/powerpoint/2010/main" val="38918866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el und Inhalt">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408076" y="1170372"/>
            <a:ext cx="11012400" cy="492443"/>
          </a:xfrm>
        </p:spPr>
        <p:txBody>
          <a:bodyPr/>
          <a:lstStyle/>
          <a:p>
            <a:r>
              <a:rPr lang="de-CH" dirty="0"/>
              <a:t>Titel hinzufügen</a:t>
            </a:r>
          </a:p>
        </p:txBody>
      </p:sp>
      <p:sp>
        <p:nvSpPr>
          <p:cNvPr id="3" name="Inhaltsplatzhalter 2"/>
          <p:cNvSpPr>
            <a:spLocks noGrp="1"/>
          </p:cNvSpPr>
          <p:nvPr>
            <p:ph idx="1" hasCustomPrompt="1"/>
          </p:nvPr>
        </p:nvSpPr>
        <p:spPr>
          <a:xfrm>
            <a:off x="408075" y="1989138"/>
            <a:ext cx="11013193" cy="4175125"/>
          </a:xfrm>
        </p:spPr>
        <p:txBody>
          <a:bodyPr/>
          <a:lstStyle>
            <a:lvl1pPr>
              <a:defRPr/>
            </a:lvl1pPr>
            <a:lvl3pPr marL="536575" indent="-268288">
              <a:defRPr/>
            </a:lvl3pPr>
          </a:lstStyle>
          <a:p>
            <a:pPr lvl="0"/>
            <a:r>
              <a:rPr lang="de-DE" dirty="0"/>
              <a:t>Inhalt hinzufügen</a:t>
            </a:r>
          </a:p>
        </p:txBody>
      </p:sp>
      <p:sp>
        <p:nvSpPr>
          <p:cNvPr id="9" name="Datumsplatzhalter 8">
            <a:extLst>
              <a:ext uri="{FF2B5EF4-FFF2-40B4-BE49-F238E27FC236}">
                <a16:creationId xmlns:a16="http://schemas.microsoft.com/office/drawing/2014/main" id="{89AB9197-1220-80BD-481F-90A973E1A02F}"/>
              </a:ext>
            </a:extLst>
          </p:cNvPr>
          <p:cNvSpPr>
            <a:spLocks noGrp="1"/>
          </p:cNvSpPr>
          <p:nvPr>
            <p:ph type="dt" sz="half" idx="10"/>
          </p:nvPr>
        </p:nvSpPr>
        <p:spPr/>
        <p:txBody>
          <a:bodyPr/>
          <a:lstStyle/>
          <a:p>
            <a:r>
              <a:rPr lang="de-DE"/>
              <a:t>D MMMM YYYY</a:t>
            </a:r>
            <a:endParaRPr lang="de-CH" dirty="0"/>
          </a:p>
        </p:txBody>
      </p:sp>
      <p:sp>
        <p:nvSpPr>
          <p:cNvPr id="10" name="Fußzeilenplatzhalter 9">
            <a:extLst>
              <a:ext uri="{FF2B5EF4-FFF2-40B4-BE49-F238E27FC236}">
                <a16:creationId xmlns:a16="http://schemas.microsoft.com/office/drawing/2014/main" id="{2D173F40-185C-2ADF-A4DC-16363A32CC2E}"/>
              </a:ext>
            </a:extLst>
          </p:cNvPr>
          <p:cNvSpPr>
            <a:spLocks noGrp="1"/>
          </p:cNvSpPr>
          <p:nvPr>
            <p:ph type="ftr" sz="quarter" idx="11"/>
          </p:nvPr>
        </p:nvSpPr>
        <p:spPr/>
        <p:txBody>
          <a:bodyPr/>
          <a:lstStyle/>
          <a:p>
            <a:r>
              <a:rPr lang="de-CH"/>
              <a:t>Fusszeile (Ändern über «Einfügen &gt; Kopf- und Fusszeile»)</a:t>
            </a:r>
            <a:endParaRPr lang="de-CH" dirty="0"/>
          </a:p>
        </p:txBody>
      </p:sp>
      <p:sp>
        <p:nvSpPr>
          <p:cNvPr id="11" name="Foliennummernplatzhalter 10">
            <a:extLst>
              <a:ext uri="{FF2B5EF4-FFF2-40B4-BE49-F238E27FC236}">
                <a16:creationId xmlns:a16="http://schemas.microsoft.com/office/drawing/2014/main" id="{40A1AFE9-5D1C-2846-D3BD-C3EFFEF9A52A}"/>
              </a:ext>
            </a:extLst>
          </p:cNvPr>
          <p:cNvSpPr>
            <a:spLocks noGrp="1"/>
          </p:cNvSpPr>
          <p:nvPr>
            <p:ph type="sldNum" sz="quarter" idx="12"/>
          </p:nvPr>
        </p:nvSpPr>
        <p:spPr>
          <a:xfrm>
            <a:off x="11460596" y="6620400"/>
            <a:ext cx="376710" cy="144016"/>
          </a:xfrm>
          <a:prstGeom prst="rect">
            <a:avLst/>
          </a:prstGeom>
        </p:spPr>
        <p:txBody>
          <a:bodyPr/>
          <a:lstStyle/>
          <a:p>
            <a:fld id="{442AD375-037F-43D0-B059-5172DA06796A}" type="slidenum">
              <a:rPr lang="de-CH" smtClean="0"/>
              <a:pPr/>
              <a:t>‹#›</a:t>
            </a:fld>
            <a:endParaRPr lang="de-CH" dirty="0"/>
          </a:p>
        </p:txBody>
      </p:sp>
    </p:spTree>
    <p:extLst>
      <p:ext uri="{BB962C8B-B14F-4D97-AF65-F5344CB8AC3E}">
        <p14:creationId xmlns:p14="http://schemas.microsoft.com/office/powerpoint/2010/main" val="4795704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Kapiteltitel">
    <p:spTree>
      <p:nvGrpSpPr>
        <p:cNvPr id="1" name=""/>
        <p:cNvGrpSpPr/>
        <p:nvPr/>
      </p:nvGrpSpPr>
      <p:grpSpPr>
        <a:xfrm>
          <a:off x="0" y="0"/>
          <a:ext cx="0" cy="0"/>
          <a:chOff x="0" y="0"/>
          <a:chExt cx="0" cy="0"/>
        </a:xfrm>
      </p:grpSpPr>
      <p:sp>
        <p:nvSpPr>
          <p:cNvPr id="7" name="Rechteck 6">
            <a:extLst>
              <a:ext uri="{FF2B5EF4-FFF2-40B4-BE49-F238E27FC236}">
                <a16:creationId xmlns:a16="http://schemas.microsoft.com/office/drawing/2014/main" id="{4B03B558-1909-9EAA-030E-9F4C655318C3}"/>
              </a:ext>
            </a:extLst>
          </p:cNvPr>
          <p:cNvSpPr/>
          <p:nvPr userDrawn="1"/>
        </p:nvSpPr>
        <p:spPr>
          <a:xfrm>
            <a:off x="0" y="846667"/>
            <a:ext cx="11430000" cy="6011333"/>
          </a:xfrm>
          <a:prstGeom prst="rect">
            <a:avLst/>
          </a:prstGeom>
          <a:solidFill>
            <a:srgbClr val="FDE70E"/>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rtlCol="0" anchor="ctr"/>
          <a:lstStyle/>
          <a:p>
            <a:pPr algn="ctr"/>
            <a:endParaRPr lang="de-CH"/>
          </a:p>
        </p:txBody>
      </p:sp>
      <p:sp>
        <p:nvSpPr>
          <p:cNvPr id="2" name="Titel 1"/>
          <p:cNvSpPr>
            <a:spLocks noGrp="1"/>
          </p:cNvSpPr>
          <p:nvPr>
            <p:ph type="title" hasCustomPrompt="1"/>
          </p:nvPr>
        </p:nvSpPr>
        <p:spPr>
          <a:xfrm>
            <a:off x="408076" y="1067524"/>
            <a:ext cx="10587038" cy="921613"/>
          </a:xfrm>
        </p:spPr>
        <p:txBody>
          <a:bodyPr/>
          <a:lstStyle>
            <a:lvl1pPr>
              <a:defRPr sz="5850"/>
            </a:lvl1pPr>
          </a:lstStyle>
          <a:p>
            <a:r>
              <a:rPr lang="de-CH" dirty="0"/>
              <a:t>Titel hinzufügen</a:t>
            </a:r>
          </a:p>
        </p:txBody>
      </p:sp>
      <p:sp>
        <p:nvSpPr>
          <p:cNvPr id="4" name="Datumsplatzhalter 3">
            <a:extLst>
              <a:ext uri="{FF2B5EF4-FFF2-40B4-BE49-F238E27FC236}">
                <a16:creationId xmlns:a16="http://schemas.microsoft.com/office/drawing/2014/main" id="{707E4E3B-B029-4FB4-981D-E15979CD6392}"/>
              </a:ext>
            </a:extLst>
          </p:cNvPr>
          <p:cNvSpPr>
            <a:spLocks noGrp="1"/>
          </p:cNvSpPr>
          <p:nvPr>
            <p:ph type="dt" sz="half" idx="10"/>
          </p:nvPr>
        </p:nvSpPr>
        <p:spPr>
          <a:xfrm rot="16200000">
            <a:off x="12030000" y="162000"/>
            <a:ext cx="360000" cy="36000"/>
          </a:xfrm>
        </p:spPr>
        <p:txBody>
          <a:bodyPr/>
          <a:lstStyle>
            <a:lvl1pPr>
              <a:defRPr sz="100">
                <a:solidFill>
                  <a:schemeClr val="bg1"/>
                </a:solidFill>
              </a:defRPr>
            </a:lvl1pPr>
          </a:lstStyle>
          <a:p>
            <a:r>
              <a:rPr lang="de-DE"/>
              <a:t>D MMMM YYYY</a:t>
            </a:r>
            <a:endParaRPr lang="de-CH" dirty="0"/>
          </a:p>
        </p:txBody>
      </p:sp>
      <p:sp>
        <p:nvSpPr>
          <p:cNvPr id="5" name="Fußzeilenplatzhalter 4">
            <a:extLst>
              <a:ext uri="{FF2B5EF4-FFF2-40B4-BE49-F238E27FC236}">
                <a16:creationId xmlns:a16="http://schemas.microsoft.com/office/drawing/2014/main" id="{1B3A6D9A-857D-4B6F-B977-93015D0393DB}"/>
              </a:ext>
            </a:extLst>
          </p:cNvPr>
          <p:cNvSpPr>
            <a:spLocks noGrp="1"/>
          </p:cNvSpPr>
          <p:nvPr>
            <p:ph type="ftr" sz="quarter" idx="11"/>
          </p:nvPr>
        </p:nvSpPr>
        <p:spPr>
          <a:xfrm rot="16200000">
            <a:off x="12030000" y="162000"/>
            <a:ext cx="360000" cy="36000"/>
          </a:xfrm>
        </p:spPr>
        <p:txBody>
          <a:bodyPr/>
          <a:lstStyle>
            <a:lvl1pPr>
              <a:defRPr sz="100">
                <a:solidFill>
                  <a:schemeClr val="bg1"/>
                </a:solidFill>
              </a:defRPr>
            </a:lvl1pPr>
          </a:lstStyle>
          <a:p>
            <a:r>
              <a:rPr lang="de-CH"/>
              <a:t>Fusszeile (Ändern über «Einfügen &gt; Kopf- und Fusszeile»)</a:t>
            </a:r>
            <a:endParaRPr lang="de-CH" dirty="0"/>
          </a:p>
        </p:txBody>
      </p:sp>
      <p:sp>
        <p:nvSpPr>
          <p:cNvPr id="6" name="Foliennummernplatzhalter 5">
            <a:extLst>
              <a:ext uri="{FF2B5EF4-FFF2-40B4-BE49-F238E27FC236}">
                <a16:creationId xmlns:a16="http://schemas.microsoft.com/office/drawing/2014/main" id="{28FACFD7-BF65-4DA8-AFDF-1BA2EB68250F}"/>
              </a:ext>
            </a:extLst>
          </p:cNvPr>
          <p:cNvSpPr>
            <a:spLocks noGrp="1"/>
          </p:cNvSpPr>
          <p:nvPr>
            <p:ph type="sldNum" sz="quarter" idx="12"/>
          </p:nvPr>
        </p:nvSpPr>
        <p:spPr>
          <a:xfrm>
            <a:off x="11460596" y="6620400"/>
            <a:ext cx="376710" cy="144016"/>
          </a:xfrm>
          <a:prstGeom prst="rect">
            <a:avLst/>
          </a:prstGeom>
        </p:spPr>
        <p:txBody>
          <a:bodyPr/>
          <a:lstStyle/>
          <a:p>
            <a:fld id="{442AD375-037F-43D0-B059-5172DA06796A}" type="slidenum">
              <a:rPr lang="de-CH" smtClean="0"/>
              <a:pPr/>
              <a:t>‹#›</a:t>
            </a:fld>
            <a:endParaRPr lang="de-CH" dirty="0"/>
          </a:p>
        </p:txBody>
      </p:sp>
    </p:spTree>
    <p:extLst>
      <p:ext uri="{BB962C8B-B14F-4D97-AF65-F5344CB8AC3E}">
        <p14:creationId xmlns:p14="http://schemas.microsoft.com/office/powerpoint/2010/main" val="21181420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Agenda">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408076" y="1170372"/>
            <a:ext cx="11012400" cy="492443"/>
          </a:xfrm>
        </p:spPr>
        <p:txBody>
          <a:bodyPr/>
          <a:lstStyle>
            <a:lvl1pPr>
              <a:defRPr b="0"/>
            </a:lvl1pPr>
          </a:lstStyle>
          <a:p>
            <a:r>
              <a:rPr lang="de-CH" dirty="0"/>
              <a:t>Titel hinzufügen</a:t>
            </a:r>
          </a:p>
        </p:txBody>
      </p:sp>
      <p:sp>
        <p:nvSpPr>
          <p:cNvPr id="3" name="Inhaltsplatzhalter 2"/>
          <p:cNvSpPr>
            <a:spLocks noGrp="1"/>
          </p:cNvSpPr>
          <p:nvPr>
            <p:ph idx="1" hasCustomPrompt="1"/>
          </p:nvPr>
        </p:nvSpPr>
        <p:spPr>
          <a:xfrm>
            <a:off x="408075" y="1989138"/>
            <a:ext cx="11013193" cy="4175125"/>
          </a:xfrm>
        </p:spPr>
        <p:txBody>
          <a:bodyPr/>
          <a:lstStyle>
            <a:lvl1pPr marL="270000" indent="-270000">
              <a:buFont typeface="+mj-lt"/>
              <a:buAutoNum type="arabicPeriod"/>
              <a:defRPr sz="2000"/>
            </a:lvl1pPr>
            <a:lvl2pPr marL="540000" indent="-270000">
              <a:buFont typeface="+mj-lt"/>
              <a:buAutoNum type="alphaLcPeriod"/>
              <a:defRPr sz="2000"/>
            </a:lvl2pPr>
            <a:lvl3pPr marL="810000" indent="-270000">
              <a:defRPr sz="2000"/>
            </a:lvl3pPr>
            <a:lvl4pPr marL="1080000" indent="-270000">
              <a:defRPr sz="2000"/>
            </a:lvl4pPr>
            <a:lvl5pPr marL="1350000" indent="-270000">
              <a:defRPr sz="2000"/>
            </a:lvl5pPr>
          </a:lstStyle>
          <a:p>
            <a:pPr lvl="0"/>
            <a:r>
              <a:rPr lang="de-DE" dirty="0"/>
              <a:t>Inhalt hinzufügen</a:t>
            </a:r>
          </a:p>
          <a:p>
            <a:pPr lvl="1"/>
            <a:r>
              <a:rPr lang="de-DE" dirty="0"/>
              <a:t>Zweite </a:t>
            </a:r>
            <a:r>
              <a:rPr lang="de-CH" noProof="0" dirty="0"/>
              <a:t>Ebene</a:t>
            </a:r>
          </a:p>
          <a:p>
            <a:pPr lvl="2"/>
            <a:r>
              <a:rPr lang="de-DE" dirty="0"/>
              <a:t>Dritte Ebene</a:t>
            </a:r>
          </a:p>
          <a:p>
            <a:pPr lvl="3"/>
            <a:r>
              <a:rPr lang="de-DE" dirty="0"/>
              <a:t>Vierte Ebene</a:t>
            </a:r>
          </a:p>
          <a:p>
            <a:pPr lvl="4"/>
            <a:r>
              <a:rPr lang="de-DE" dirty="0"/>
              <a:t>Fünfte Ebene</a:t>
            </a:r>
            <a:endParaRPr lang="de-CH" dirty="0"/>
          </a:p>
        </p:txBody>
      </p:sp>
      <p:sp>
        <p:nvSpPr>
          <p:cNvPr id="4" name="Datumsplatzhalter 3">
            <a:extLst>
              <a:ext uri="{FF2B5EF4-FFF2-40B4-BE49-F238E27FC236}">
                <a16:creationId xmlns:a16="http://schemas.microsoft.com/office/drawing/2014/main" id="{707E4E3B-B029-4FB4-981D-E15979CD6392}"/>
              </a:ext>
            </a:extLst>
          </p:cNvPr>
          <p:cNvSpPr>
            <a:spLocks noGrp="1"/>
          </p:cNvSpPr>
          <p:nvPr>
            <p:ph type="dt" sz="half" idx="10"/>
          </p:nvPr>
        </p:nvSpPr>
        <p:spPr/>
        <p:txBody>
          <a:bodyPr/>
          <a:lstStyle/>
          <a:p>
            <a:r>
              <a:rPr lang="de-DE"/>
              <a:t>D MMMM YYYY</a:t>
            </a:r>
            <a:endParaRPr lang="de-CH" dirty="0"/>
          </a:p>
        </p:txBody>
      </p:sp>
      <p:sp>
        <p:nvSpPr>
          <p:cNvPr id="5" name="Fußzeilenplatzhalter 4">
            <a:extLst>
              <a:ext uri="{FF2B5EF4-FFF2-40B4-BE49-F238E27FC236}">
                <a16:creationId xmlns:a16="http://schemas.microsoft.com/office/drawing/2014/main" id="{1B3A6D9A-857D-4B6F-B977-93015D0393DB}"/>
              </a:ext>
            </a:extLst>
          </p:cNvPr>
          <p:cNvSpPr>
            <a:spLocks noGrp="1"/>
          </p:cNvSpPr>
          <p:nvPr>
            <p:ph type="ftr" sz="quarter" idx="11"/>
          </p:nvPr>
        </p:nvSpPr>
        <p:spPr/>
        <p:txBody>
          <a:bodyPr/>
          <a:lstStyle/>
          <a:p>
            <a:r>
              <a:rPr lang="de-CH"/>
              <a:t>Fusszeile (Ändern über «Einfügen &gt; Kopf- und Fusszeile»)</a:t>
            </a:r>
            <a:endParaRPr lang="de-CH" dirty="0"/>
          </a:p>
        </p:txBody>
      </p:sp>
      <p:sp>
        <p:nvSpPr>
          <p:cNvPr id="6" name="Foliennummernplatzhalter 5">
            <a:extLst>
              <a:ext uri="{FF2B5EF4-FFF2-40B4-BE49-F238E27FC236}">
                <a16:creationId xmlns:a16="http://schemas.microsoft.com/office/drawing/2014/main" id="{28FACFD7-BF65-4DA8-AFDF-1BA2EB68250F}"/>
              </a:ext>
            </a:extLst>
          </p:cNvPr>
          <p:cNvSpPr>
            <a:spLocks noGrp="1"/>
          </p:cNvSpPr>
          <p:nvPr>
            <p:ph type="sldNum" sz="quarter" idx="12"/>
          </p:nvPr>
        </p:nvSpPr>
        <p:spPr>
          <a:xfrm>
            <a:off x="11460596" y="6620400"/>
            <a:ext cx="376710" cy="144016"/>
          </a:xfrm>
          <a:prstGeom prst="rect">
            <a:avLst/>
          </a:prstGeom>
        </p:spPr>
        <p:txBody>
          <a:bodyPr/>
          <a:lstStyle/>
          <a:p>
            <a:fld id="{442AD375-037F-43D0-B059-5172DA06796A}" type="slidenum">
              <a:rPr lang="de-CH" smtClean="0"/>
              <a:pPr/>
              <a:t>‹#›</a:t>
            </a:fld>
            <a:endParaRPr lang="de-CH" dirty="0"/>
          </a:p>
        </p:txBody>
      </p:sp>
    </p:spTree>
    <p:extLst>
      <p:ext uri="{BB962C8B-B14F-4D97-AF65-F5344CB8AC3E}">
        <p14:creationId xmlns:p14="http://schemas.microsoft.com/office/powerpoint/2010/main" val="17983745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408076" y="1170372"/>
            <a:ext cx="11012400" cy="492443"/>
          </a:xfrm>
        </p:spPr>
        <p:txBody>
          <a:bodyPr/>
          <a:lstStyle/>
          <a:p>
            <a:r>
              <a:rPr lang="de-CH" dirty="0"/>
              <a:t>Titel hinzufügen</a:t>
            </a:r>
          </a:p>
        </p:txBody>
      </p:sp>
      <p:sp>
        <p:nvSpPr>
          <p:cNvPr id="3" name="Inhaltsplatzhalter 2"/>
          <p:cNvSpPr>
            <a:spLocks noGrp="1"/>
          </p:cNvSpPr>
          <p:nvPr>
            <p:ph sz="half" idx="1" hasCustomPrompt="1"/>
          </p:nvPr>
        </p:nvSpPr>
        <p:spPr>
          <a:xfrm>
            <a:off x="408076" y="1989137"/>
            <a:ext cx="5040000" cy="4175125"/>
          </a:xfrm>
        </p:spPr>
        <p:txBody>
          <a:bodyPr/>
          <a:lstStyle>
            <a:lvl1pPr>
              <a:defRPr/>
            </a:lvl1pPr>
          </a:lstStyle>
          <a:p>
            <a:pPr lvl="0"/>
            <a:r>
              <a:rPr lang="de-CH" noProof="0" dirty="0"/>
              <a:t>Inhalt hinzufügen</a:t>
            </a:r>
          </a:p>
        </p:txBody>
      </p:sp>
      <p:sp>
        <p:nvSpPr>
          <p:cNvPr id="4" name="Inhaltsplatzhalter 3"/>
          <p:cNvSpPr>
            <a:spLocks noGrp="1"/>
          </p:cNvSpPr>
          <p:nvPr>
            <p:ph sz="half" idx="2" hasCustomPrompt="1"/>
          </p:nvPr>
        </p:nvSpPr>
        <p:spPr>
          <a:xfrm>
            <a:off x="6385979" y="1989138"/>
            <a:ext cx="5037671" cy="4175125"/>
          </a:xfrm>
        </p:spPr>
        <p:txBody>
          <a:bodyPr/>
          <a:lstStyle>
            <a:lvl1pPr>
              <a:defRPr/>
            </a:lvl1pPr>
          </a:lstStyle>
          <a:p>
            <a:pPr lvl="0"/>
            <a:r>
              <a:rPr lang="de-CH" noProof="0" dirty="0"/>
              <a:t>Inhalt hinzufügen</a:t>
            </a:r>
          </a:p>
        </p:txBody>
      </p:sp>
      <p:sp>
        <p:nvSpPr>
          <p:cNvPr id="5" name="Datumsplatzhalter 4">
            <a:extLst>
              <a:ext uri="{FF2B5EF4-FFF2-40B4-BE49-F238E27FC236}">
                <a16:creationId xmlns:a16="http://schemas.microsoft.com/office/drawing/2014/main" id="{0CBC3AC7-219E-4C67-AEDA-C67A12A69C38}"/>
              </a:ext>
            </a:extLst>
          </p:cNvPr>
          <p:cNvSpPr>
            <a:spLocks noGrp="1"/>
          </p:cNvSpPr>
          <p:nvPr>
            <p:ph type="dt" sz="half" idx="10"/>
          </p:nvPr>
        </p:nvSpPr>
        <p:spPr/>
        <p:txBody>
          <a:bodyPr/>
          <a:lstStyle/>
          <a:p>
            <a:r>
              <a:rPr lang="de-DE"/>
              <a:t>D MMMM YYYY</a:t>
            </a:r>
            <a:endParaRPr lang="de-CH" dirty="0"/>
          </a:p>
        </p:txBody>
      </p:sp>
      <p:sp>
        <p:nvSpPr>
          <p:cNvPr id="6" name="Fußzeilenplatzhalter 5">
            <a:extLst>
              <a:ext uri="{FF2B5EF4-FFF2-40B4-BE49-F238E27FC236}">
                <a16:creationId xmlns:a16="http://schemas.microsoft.com/office/drawing/2014/main" id="{C7782AC2-B1F9-49B1-8F1C-175BF9874552}"/>
              </a:ext>
            </a:extLst>
          </p:cNvPr>
          <p:cNvSpPr>
            <a:spLocks noGrp="1"/>
          </p:cNvSpPr>
          <p:nvPr>
            <p:ph type="ftr" sz="quarter" idx="11"/>
          </p:nvPr>
        </p:nvSpPr>
        <p:spPr/>
        <p:txBody>
          <a:bodyPr/>
          <a:lstStyle/>
          <a:p>
            <a:r>
              <a:rPr lang="de-CH"/>
              <a:t>Fusszeile (Ändern über «Einfügen &gt; Kopf- und Fusszeile»)</a:t>
            </a:r>
            <a:endParaRPr lang="de-CH" dirty="0"/>
          </a:p>
        </p:txBody>
      </p:sp>
      <p:sp>
        <p:nvSpPr>
          <p:cNvPr id="7" name="Foliennummernplatzhalter 6">
            <a:extLst>
              <a:ext uri="{FF2B5EF4-FFF2-40B4-BE49-F238E27FC236}">
                <a16:creationId xmlns:a16="http://schemas.microsoft.com/office/drawing/2014/main" id="{1764E7F5-EE66-4CED-8EDA-D78B639D28B0}"/>
              </a:ext>
            </a:extLst>
          </p:cNvPr>
          <p:cNvSpPr>
            <a:spLocks noGrp="1"/>
          </p:cNvSpPr>
          <p:nvPr>
            <p:ph type="sldNum" sz="quarter" idx="12"/>
          </p:nvPr>
        </p:nvSpPr>
        <p:spPr>
          <a:xfrm>
            <a:off x="11460596" y="6620400"/>
            <a:ext cx="376710" cy="144016"/>
          </a:xfrm>
          <a:prstGeom prst="rect">
            <a:avLst/>
          </a:prstGeom>
        </p:spPr>
        <p:txBody>
          <a:bodyPr/>
          <a:lstStyle/>
          <a:p>
            <a:fld id="{442AD375-037F-43D0-B059-5172DA06796A}" type="slidenum">
              <a:rPr lang="de-CH" smtClean="0"/>
              <a:pPr/>
              <a:t>‹#›</a:t>
            </a:fld>
            <a:endParaRPr lang="de-CH" dirty="0"/>
          </a:p>
        </p:txBody>
      </p:sp>
    </p:spTree>
    <p:extLst>
      <p:ext uri="{BB962C8B-B14F-4D97-AF65-F5344CB8AC3E}">
        <p14:creationId xmlns:p14="http://schemas.microsoft.com/office/powerpoint/2010/main" val="33186258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Inhalt und Bild links">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6030175" y="1170372"/>
            <a:ext cx="5393475" cy="492443"/>
          </a:xfrm>
        </p:spPr>
        <p:txBody>
          <a:bodyPr/>
          <a:lstStyle/>
          <a:p>
            <a:r>
              <a:rPr lang="de-CH" dirty="0"/>
              <a:t>Titel hinzufügen</a:t>
            </a:r>
          </a:p>
        </p:txBody>
      </p:sp>
      <p:sp>
        <p:nvSpPr>
          <p:cNvPr id="4" name="Inhaltsplatzhalter 3"/>
          <p:cNvSpPr>
            <a:spLocks noGrp="1"/>
          </p:cNvSpPr>
          <p:nvPr>
            <p:ph sz="half" idx="2" hasCustomPrompt="1"/>
          </p:nvPr>
        </p:nvSpPr>
        <p:spPr>
          <a:xfrm>
            <a:off x="6030175" y="1989138"/>
            <a:ext cx="5393475" cy="4175125"/>
          </a:xfrm>
        </p:spPr>
        <p:txBody>
          <a:bodyPr/>
          <a:lstStyle>
            <a:lvl1pPr>
              <a:defRPr/>
            </a:lvl1pPr>
          </a:lstStyle>
          <a:p>
            <a:pPr lvl="0"/>
            <a:r>
              <a:rPr lang="de-CH" noProof="0" dirty="0"/>
              <a:t>Inhalt hinzufügen</a:t>
            </a:r>
          </a:p>
        </p:txBody>
      </p:sp>
      <p:sp>
        <p:nvSpPr>
          <p:cNvPr id="5" name="Datumsplatzhalter 4">
            <a:extLst>
              <a:ext uri="{FF2B5EF4-FFF2-40B4-BE49-F238E27FC236}">
                <a16:creationId xmlns:a16="http://schemas.microsoft.com/office/drawing/2014/main" id="{0CBC3AC7-219E-4C67-AEDA-C67A12A69C38}"/>
              </a:ext>
            </a:extLst>
          </p:cNvPr>
          <p:cNvSpPr>
            <a:spLocks noGrp="1"/>
          </p:cNvSpPr>
          <p:nvPr>
            <p:ph type="dt" sz="half" idx="10"/>
          </p:nvPr>
        </p:nvSpPr>
        <p:spPr/>
        <p:txBody>
          <a:bodyPr/>
          <a:lstStyle/>
          <a:p>
            <a:r>
              <a:rPr lang="de-DE"/>
              <a:t>D MMMM YYYY</a:t>
            </a:r>
            <a:endParaRPr lang="de-CH" dirty="0"/>
          </a:p>
        </p:txBody>
      </p:sp>
      <p:sp>
        <p:nvSpPr>
          <p:cNvPr id="6" name="Fußzeilenplatzhalter 5">
            <a:extLst>
              <a:ext uri="{FF2B5EF4-FFF2-40B4-BE49-F238E27FC236}">
                <a16:creationId xmlns:a16="http://schemas.microsoft.com/office/drawing/2014/main" id="{C7782AC2-B1F9-49B1-8F1C-175BF9874552}"/>
              </a:ext>
            </a:extLst>
          </p:cNvPr>
          <p:cNvSpPr>
            <a:spLocks noGrp="1"/>
          </p:cNvSpPr>
          <p:nvPr>
            <p:ph type="ftr" sz="quarter" idx="11"/>
          </p:nvPr>
        </p:nvSpPr>
        <p:spPr/>
        <p:txBody>
          <a:bodyPr/>
          <a:lstStyle/>
          <a:p>
            <a:r>
              <a:rPr lang="de-CH"/>
              <a:t>Fusszeile (Ändern über «Einfügen &gt; Kopf- und Fusszeile»)</a:t>
            </a:r>
            <a:endParaRPr lang="de-CH" dirty="0"/>
          </a:p>
        </p:txBody>
      </p:sp>
      <p:sp>
        <p:nvSpPr>
          <p:cNvPr id="7" name="Foliennummernplatzhalter 6">
            <a:extLst>
              <a:ext uri="{FF2B5EF4-FFF2-40B4-BE49-F238E27FC236}">
                <a16:creationId xmlns:a16="http://schemas.microsoft.com/office/drawing/2014/main" id="{1764E7F5-EE66-4CED-8EDA-D78B639D28B0}"/>
              </a:ext>
            </a:extLst>
          </p:cNvPr>
          <p:cNvSpPr>
            <a:spLocks noGrp="1"/>
          </p:cNvSpPr>
          <p:nvPr>
            <p:ph type="sldNum" sz="quarter" idx="12"/>
          </p:nvPr>
        </p:nvSpPr>
        <p:spPr>
          <a:xfrm>
            <a:off x="11460596" y="6620400"/>
            <a:ext cx="376710" cy="144016"/>
          </a:xfrm>
          <a:prstGeom prst="rect">
            <a:avLst/>
          </a:prstGeom>
        </p:spPr>
        <p:txBody>
          <a:bodyPr/>
          <a:lstStyle/>
          <a:p>
            <a:fld id="{442AD375-037F-43D0-B059-5172DA06796A}" type="slidenum">
              <a:rPr lang="de-CH" smtClean="0"/>
              <a:pPr/>
              <a:t>‹#›</a:t>
            </a:fld>
            <a:endParaRPr lang="de-CH" dirty="0"/>
          </a:p>
        </p:txBody>
      </p:sp>
      <p:sp>
        <p:nvSpPr>
          <p:cNvPr id="3" name="Bildplatzhalter 3">
            <a:extLst>
              <a:ext uri="{FF2B5EF4-FFF2-40B4-BE49-F238E27FC236}">
                <a16:creationId xmlns:a16="http://schemas.microsoft.com/office/drawing/2014/main" id="{045B5233-76F3-BDA2-C5F4-340A566D3211}"/>
              </a:ext>
            </a:extLst>
          </p:cNvPr>
          <p:cNvSpPr>
            <a:spLocks noGrp="1"/>
          </p:cNvSpPr>
          <p:nvPr>
            <p:ph type="pic" sz="quarter" idx="17" hasCustomPrompt="1"/>
          </p:nvPr>
        </p:nvSpPr>
        <p:spPr>
          <a:xfrm>
            <a:off x="-2941" y="846001"/>
            <a:ext cx="5324400" cy="5688000"/>
          </a:xfrm>
          <a:solidFill>
            <a:schemeClr val="accent5">
              <a:lumMod val="40000"/>
              <a:lumOff val="60000"/>
            </a:schemeClr>
          </a:solidFill>
        </p:spPr>
        <p:txBody>
          <a:bodyPr anchor="t"/>
          <a:lstStyle>
            <a:lvl1pPr marL="0" indent="0" algn="ctr">
              <a:buNone/>
              <a:defRPr sz="1600" b="0"/>
            </a:lvl1pPr>
          </a:lstStyle>
          <a:p>
            <a:r>
              <a:rPr lang="de-CH" dirty="0"/>
              <a:t>Ersetzen Sie diesen Platzhalter durch ein Bild </a:t>
            </a:r>
            <a:br>
              <a:rPr lang="de-CH" dirty="0"/>
            </a:br>
            <a:r>
              <a:rPr lang="de-CH" dirty="0"/>
              <a:t>(Grösse und Position beibehalten).</a:t>
            </a:r>
            <a:br>
              <a:rPr lang="de-CH" dirty="0"/>
            </a:br>
            <a:br>
              <a:rPr lang="de-CH" dirty="0"/>
            </a:br>
            <a:r>
              <a:rPr lang="de-CH" dirty="0"/>
              <a:t>Eine Auswahl an FHNW-Bildern finden Sie im </a:t>
            </a:r>
            <a:br>
              <a:rPr lang="de-CH" dirty="0"/>
            </a:br>
            <a:r>
              <a:rPr lang="de-CH" dirty="0"/>
              <a:t>«Content </a:t>
            </a:r>
            <a:r>
              <a:rPr lang="de-CH" dirty="0" err="1"/>
              <a:t>Chooser</a:t>
            </a:r>
            <a:r>
              <a:rPr lang="de-CH" dirty="0"/>
              <a:t>» rechts in PowerPoint </a:t>
            </a:r>
            <a:br>
              <a:rPr lang="de-CH" dirty="0"/>
            </a:br>
            <a:r>
              <a:rPr lang="de-CH" dirty="0"/>
              <a:t>oder unter dem Menüpunkt «Einfügen &gt; Inhalte».</a:t>
            </a:r>
            <a:br>
              <a:rPr lang="de-CH" dirty="0"/>
            </a:br>
            <a:br>
              <a:rPr lang="de-CH" dirty="0"/>
            </a:br>
            <a:r>
              <a:rPr lang="de-CH" dirty="0"/>
              <a:t>Eigene Bilder können Sie durch einen Klick auf das untenstehende Icon einfügen.</a:t>
            </a:r>
          </a:p>
        </p:txBody>
      </p:sp>
    </p:spTree>
    <p:extLst>
      <p:ext uri="{BB962C8B-B14F-4D97-AF65-F5344CB8AC3E}">
        <p14:creationId xmlns:p14="http://schemas.microsoft.com/office/powerpoint/2010/main" val="39972199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Inhalt und Bild rechts">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408076" y="1170372"/>
            <a:ext cx="5040000" cy="492443"/>
          </a:xfrm>
        </p:spPr>
        <p:txBody>
          <a:bodyPr/>
          <a:lstStyle/>
          <a:p>
            <a:r>
              <a:rPr lang="de-CH" dirty="0"/>
              <a:t>Titel hinzufügen</a:t>
            </a:r>
          </a:p>
        </p:txBody>
      </p:sp>
      <p:sp>
        <p:nvSpPr>
          <p:cNvPr id="4" name="Inhaltsplatzhalter 3"/>
          <p:cNvSpPr>
            <a:spLocks noGrp="1"/>
          </p:cNvSpPr>
          <p:nvPr>
            <p:ph sz="half" idx="2" hasCustomPrompt="1"/>
          </p:nvPr>
        </p:nvSpPr>
        <p:spPr>
          <a:xfrm>
            <a:off x="408076" y="1989138"/>
            <a:ext cx="5040000" cy="4175125"/>
          </a:xfrm>
        </p:spPr>
        <p:txBody>
          <a:bodyPr/>
          <a:lstStyle>
            <a:lvl1pPr>
              <a:defRPr/>
            </a:lvl1pPr>
          </a:lstStyle>
          <a:p>
            <a:pPr lvl="0"/>
            <a:r>
              <a:rPr lang="de-CH" noProof="0" dirty="0"/>
              <a:t>Inhalt hinzufügen</a:t>
            </a:r>
          </a:p>
        </p:txBody>
      </p:sp>
      <p:sp>
        <p:nvSpPr>
          <p:cNvPr id="5" name="Datumsplatzhalter 4">
            <a:extLst>
              <a:ext uri="{FF2B5EF4-FFF2-40B4-BE49-F238E27FC236}">
                <a16:creationId xmlns:a16="http://schemas.microsoft.com/office/drawing/2014/main" id="{0CBC3AC7-219E-4C67-AEDA-C67A12A69C38}"/>
              </a:ext>
            </a:extLst>
          </p:cNvPr>
          <p:cNvSpPr>
            <a:spLocks noGrp="1"/>
          </p:cNvSpPr>
          <p:nvPr>
            <p:ph type="dt" sz="half" idx="10"/>
          </p:nvPr>
        </p:nvSpPr>
        <p:spPr/>
        <p:txBody>
          <a:bodyPr/>
          <a:lstStyle/>
          <a:p>
            <a:r>
              <a:rPr lang="de-DE"/>
              <a:t>D MMMM YYYY</a:t>
            </a:r>
            <a:endParaRPr lang="de-CH" dirty="0"/>
          </a:p>
        </p:txBody>
      </p:sp>
      <p:sp>
        <p:nvSpPr>
          <p:cNvPr id="6" name="Fußzeilenplatzhalter 5">
            <a:extLst>
              <a:ext uri="{FF2B5EF4-FFF2-40B4-BE49-F238E27FC236}">
                <a16:creationId xmlns:a16="http://schemas.microsoft.com/office/drawing/2014/main" id="{C7782AC2-B1F9-49B1-8F1C-175BF9874552}"/>
              </a:ext>
            </a:extLst>
          </p:cNvPr>
          <p:cNvSpPr>
            <a:spLocks noGrp="1"/>
          </p:cNvSpPr>
          <p:nvPr>
            <p:ph type="ftr" sz="quarter" idx="11"/>
          </p:nvPr>
        </p:nvSpPr>
        <p:spPr/>
        <p:txBody>
          <a:bodyPr/>
          <a:lstStyle/>
          <a:p>
            <a:r>
              <a:rPr lang="de-CH"/>
              <a:t>Fusszeile (Ändern über «Einfügen &gt; Kopf- und Fusszeile»)</a:t>
            </a:r>
            <a:endParaRPr lang="de-CH" dirty="0"/>
          </a:p>
        </p:txBody>
      </p:sp>
      <p:sp>
        <p:nvSpPr>
          <p:cNvPr id="7" name="Foliennummernplatzhalter 6">
            <a:extLst>
              <a:ext uri="{FF2B5EF4-FFF2-40B4-BE49-F238E27FC236}">
                <a16:creationId xmlns:a16="http://schemas.microsoft.com/office/drawing/2014/main" id="{1764E7F5-EE66-4CED-8EDA-D78B639D28B0}"/>
              </a:ext>
            </a:extLst>
          </p:cNvPr>
          <p:cNvSpPr>
            <a:spLocks noGrp="1"/>
          </p:cNvSpPr>
          <p:nvPr>
            <p:ph type="sldNum" sz="quarter" idx="12"/>
          </p:nvPr>
        </p:nvSpPr>
        <p:spPr>
          <a:xfrm>
            <a:off x="11460596" y="6620400"/>
            <a:ext cx="376710" cy="144016"/>
          </a:xfrm>
          <a:prstGeom prst="rect">
            <a:avLst/>
          </a:prstGeom>
        </p:spPr>
        <p:txBody>
          <a:bodyPr/>
          <a:lstStyle/>
          <a:p>
            <a:fld id="{442AD375-037F-43D0-B059-5172DA06796A}" type="slidenum">
              <a:rPr lang="de-CH" smtClean="0"/>
              <a:pPr/>
              <a:t>‹#›</a:t>
            </a:fld>
            <a:endParaRPr lang="de-CH" dirty="0"/>
          </a:p>
        </p:txBody>
      </p:sp>
      <p:sp>
        <p:nvSpPr>
          <p:cNvPr id="8" name="Bildplatzhalter 3">
            <a:extLst>
              <a:ext uri="{FF2B5EF4-FFF2-40B4-BE49-F238E27FC236}">
                <a16:creationId xmlns:a16="http://schemas.microsoft.com/office/drawing/2014/main" id="{BFED3010-9542-8FB4-6B6D-FE4852968500}"/>
              </a:ext>
            </a:extLst>
          </p:cNvPr>
          <p:cNvSpPr>
            <a:spLocks noGrp="1"/>
          </p:cNvSpPr>
          <p:nvPr>
            <p:ph type="pic" sz="quarter" idx="17" hasCustomPrompt="1"/>
          </p:nvPr>
        </p:nvSpPr>
        <p:spPr>
          <a:xfrm>
            <a:off x="6110131" y="846000"/>
            <a:ext cx="5324400" cy="5688000"/>
          </a:xfrm>
          <a:solidFill>
            <a:schemeClr val="accent5">
              <a:lumMod val="40000"/>
              <a:lumOff val="60000"/>
            </a:schemeClr>
          </a:solidFill>
        </p:spPr>
        <p:txBody>
          <a:bodyPr anchor="t"/>
          <a:lstStyle>
            <a:lvl1pPr marL="0" indent="0" algn="ctr">
              <a:buNone/>
              <a:defRPr sz="1600" b="0"/>
            </a:lvl1pPr>
          </a:lstStyle>
          <a:p>
            <a:r>
              <a:rPr lang="de-CH" dirty="0"/>
              <a:t>Ersetzen Sie diesen Platzhalter durch ein Bild </a:t>
            </a:r>
            <a:br>
              <a:rPr lang="de-CH" dirty="0"/>
            </a:br>
            <a:r>
              <a:rPr lang="de-CH" dirty="0"/>
              <a:t>(Grösse und Position beibehalten).</a:t>
            </a:r>
            <a:br>
              <a:rPr lang="de-CH" dirty="0"/>
            </a:br>
            <a:br>
              <a:rPr lang="de-CH" dirty="0"/>
            </a:br>
            <a:r>
              <a:rPr lang="de-CH" dirty="0"/>
              <a:t>Eine Auswahl an FHNW-Bildern finden Sie im </a:t>
            </a:r>
            <a:br>
              <a:rPr lang="de-CH" dirty="0"/>
            </a:br>
            <a:r>
              <a:rPr lang="de-CH" dirty="0"/>
              <a:t>«Content </a:t>
            </a:r>
            <a:r>
              <a:rPr lang="de-CH" dirty="0" err="1"/>
              <a:t>Chooser</a:t>
            </a:r>
            <a:r>
              <a:rPr lang="de-CH" dirty="0"/>
              <a:t>» rechts in PowerPoint </a:t>
            </a:r>
            <a:br>
              <a:rPr lang="de-CH" dirty="0"/>
            </a:br>
            <a:r>
              <a:rPr lang="de-CH" dirty="0"/>
              <a:t>oder unter dem Menüpunkt «Einfügen &gt; Inhalte».</a:t>
            </a:r>
            <a:br>
              <a:rPr lang="de-CH" dirty="0"/>
            </a:br>
            <a:br>
              <a:rPr lang="de-CH" dirty="0"/>
            </a:br>
            <a:r>
              <a:rPr lang="de-CH" dirty="0"/>
              <a:t>Eigene Bilder können Sie durch einen Klick auf das untenstehende Icon einfügen.</a:t>
            </a:r>
          </a:p>
        </p:txBody>
      </p:sp>
    </p:spTree>
    <p:extLst>
      <p:ext uri="{BB962C8B-B14F-4D97-AF65-F5344CB8AC3E}">
        <p14:creationId xmlns:p14="http://schemas.microsoft.com/office/powerpoint/2010/main" val="29326656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ild vollflächig">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BEB216CB-AE9D-4C01-AD48-4B7915875192}"/>
              </a:ext>
            </a:extLst>
          </p:cNvPr>
          <p:cNvSpPr>
            <a:spLocks noGrp="1"/>
          </p:cNvSpPr>
          <p:nvPr>
            <p:ph type="dt" sz="half" idx="14"/>
          </p:nvPr>
        </p:nvSpPr>
        <p:spPr/>
        <p:txBody>
          <a:bodyPr/>
          <a:lstStyle/>
          <a:p>
            <a:r>
              <a:rPr lang="de-DE"/>
              <a:t>D MMMM YYYY</a:t>
            </a:r>
            <a:endParaRPr lang="de-CH" dirty="0"/>
          </a:p>
        </p:txBody>
      </p:sp>
      <p:sp>
        <p:nvSpPr>
          <p:cNvPr id="4" name="Fußzeilenplatzhalter 3">
            <a:extLst>
              <a:ext uri="{FF2B5EF4-FFF2-40B4-BE49-F238E27FC236}">
                <a16:creationId xmlns:a16="http://schemas.microsoft.com/office/drawing/2014/main" id="{43E67269-0443-40A6-8D53-CF9C30AE7206}"/>
              </a:ext>
            </a:extLst>
          </p:cNvPr>
          <p:cNvSpPr>
            <a:spLocks noGrp="1"/>
          </p:cNvSpPr>
          <p:nvPr>
            <p:ph type="ftr" sz="quarter" idx="15"/>
          </p:nvPr>
        </p:nvSpPr>
        <p:spPr/>
        <p:txBody>
          <a:bodyPr/>
          <a:lstStyle/>
          <a:p>
            <a:r>
              <a:rPr lang="de-CH"/>
              <a:t>Fusszeile (Ändern über «Einfügen &gt; Kopf- und Fusszeile»)</a:t>
            </a:r>
            <a:endParaRPr lang="de-CH" dirty="0"/>
          </a:p>
        </p:txBody>
      </p:sp>
      <p:sp>
        <p:nvSpPr>
          <p:cNvPr id="6" name="Foliennummernplatzhalter 5">
            <a:extLst>
              <a:ext uri="{FF2B5EF4-FFF2-40B4-BE49-F238E27FC236}">
                <a16:creationId xmlns:a16="http://schemas.microsoft.com/office/drawing/2014/main" id="{1FD2179C-3288-47A5-A587-1B7255A2C3E5}"/>
              </a:ext>
            </a:extLst>
          </p:cNvPr>
          <p:cNvSpPr>
            <a:spLocks noGrp="1"/>
          </p:cNvSpPr>
          <p:nvPr>
            <p:ph type="sldNum" sz="quarter" idx="16"/>
          </p:nvPr>
        </p:nvSpPr>
        <p:spPr>
          <a:xfrm>
            <a:off x="11460596" y="6620400"/>
            <a:ext cx="376710" cy="144016"/>
          </a:xfrm>
          <a:prstGeom prst="rect">
            <a:avLst/>
          </a:prstGeom>
        </p:spPr>
        <p:txBody>
          <a:bodyPr/>
          <a:lstStyle/>
          <a:p>
            <a:fld id="{442AD375-037F-43D0-B059-5172DA06796A}" type="slidenum">
              <a:rPr lang="de-CH" smtClean="0"/>
              <a:pPr/>
              <a:t>‹#›</a:t>
            </a:fld>
            <a:endParaRPr lang="de-CH" dirty="0"/>
          </a:p>
        </p:txBody>
      </p:sp>
      <p:sp>
        <p:nvSpPr>
          <p:cNvPr id="2" name="Bildplatzhalter 3">
            <a:extLst>
              <a:ext uri="{FF2B5EF4-FFF2-40B4-BE49-F238E27FC236}">
                <a16:creationId xmlns:a16="http://schemas.microsoft.com/office/drawing/2014/main" id="{FA158FDB-0E1B-74C0-3EFC-E1E947BFEE20}"/>
              </a:ext>
            </a:extLst>
          </p:cNvPr>
          <p:cNvSpPr>
            <a:spLocks noGrp="1"/>
          </p:cNvSpPr>
          <p:nvPr>
            <p:ph type="pic" sz="quarter" idx="17" hasCustomPrompt="1"/>
          </p:nvPr>
        </p:nvSpPr>
        <p:spPr>
          <a:xfrm>
            <a:off x="0" y="846872"/>
            <a:ext cx="11430000" cy="5688000"/>
          </a:xfrm>
          <a:solidFill>
            <a:schemeClr val="accent5">
              <a:lumMod val="40000"/>
              <a:lumOff val="60000"/>
            </a:schemeClr>
          </a:solidFill>
        </p:spPr>
        <p:txBody>
          <a:bodyPr anchor="t"/>
          <a:lstStyle>
            <a:lvl1pPr marL="0" indent="0" algn="ctr">
              <a:buNone/>
              <a:defRPr sz="1600" b="0"/>
            </a:lvl1pPr>
          </a:lstStyle>
          <a:p>
            <a:r>
              <a:rPr lang="de-CH" dirty="0"/>
              <a:t> Ersetzen Sie diesen Platzhalter durch ein Bild (Grösse und Position beibehalten).</a:t>
            </a:r>
            <a:br>
              <a:rPr lang="de-CH" dirty="0"/>
            </a:br>
            <a:br>
              <a:rPr lang="de-CH" dirty="0"/>
            </a:br>
            <a:r>
              <a:rPr lang="de-CH" dirty="0"/>
              <a:t>Eine Auswahl an FHNW-Bildern finden Sie im «Content </a:t>
            </a:r>
            <a:r>
              <a:rPr lang="de-CH" dirty="0" err="1"/>
              <a:t>Chooser</a:t>
            </a:r>
            <a:r>
              <a:rPr lang="de-CH" dirty="0"/>
              <a:t>» rechts in PowerPoint </a:t>
            </a:r>
            <a:br>
              <a:rPr lang="de-CH" dirty="0"/>
            </a:br>
            <a:r>
              <a:rPr lang="de-CH" dirty="0"/>
              <a:t>oder unter dem Menüpunkt «Einfügen &gt; Inhalte».</a:t>
            </a:r>
            <a:br>
              <a:rPr lang="de-CH" dirty="0"/>
            </a:br>
            <a:br>
              <a:rPr lang="de-CH" dirty="0"/>
            </a:br>
            <a:r>
              <a:rPr lang="de-CH" dirty="0"/>
              <a:t>Eigene Bilder können Sie durch einen Klick</a:t>
            </a:r>
            <a:br>
              <a:rPr lang="de-CH" dirty="0"/>
            </a:br>
            <a:r>
              <a:rPr lang="de-CH" dirty="0"/>
              <a:t>auf das untenstehende Icon einfügen.</a:t>
            </a:r>
          </a:p>
        </p:txBody>
      </p:sp>
    </p:spTree>
    <p:extLst>
      <p:ext uri="{BB962C8B-B14F-4D97-AF65-F5344CB8AC3E}">
        <p14:creationId xmlns:p14="http://schemas.microsoft.com/office/powerpoint/2010/main" val="24517538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408076" y="1170372"/>
            <a:ext cx="11012400" cy="492443"/>
          </a:xfrm>
        </p:spPr>
        <p:txBody>
          <a:bodyPr/>
          <a:lstStyle/>
          <a:p>
            <a:r>
              <a:rPr lang="de-CH" dirty="0"/>
              <a:t>Titel hinzufügen</a:t>
            </a:r>
          </a:p>
        </p:txBody>
      </p:sp>
      <p:sp>
        <p:nvSpPr>
          <p:cNvPr id="3" name="Datumsplatzhalter 2">
            <a:extLst>
              <a:ext uri="{FF2B5EF4-FFF2-40B4-BE49-F238E27FC236}">
                <a16:creationId xmlns:a16="http://schemas.microsoft.com/office/drawing/2014/main" id="{9846EAAB-E9CC-4FBB-A777-DFD68618EF51}"/>
              </a:ext>
            </a:extLst>
          </p:cNvPr>
          <p:cNvSpPr>
            <a:spLocks noGrp="1"/>
          </p:cNvSpPr>
          <p:nvPr>
            <p:ph type="dt" sz="half" idx="10"/>
          </p:nvPr>
        </p:nvSpPr>
        <p:spPr/>
        <p:txBody>
          <a:bodyPr/>
          <a:lstStyle/>
          <a:p>
            <a:r>
              <a:rPr lang="de-DE"/>
              <a:t>D MMMM YYYY</a:t>
            </a:r>
            <a:endParaRPr lang="de-CH" dirty="0"/>
          </a:p>
        </p:txBody>
      </p:sp>
      <p:sp>
        <p:nvSpPr>
          <p:cNvPr id="4" name="Fußzeilenplatzhalter 3">
            <a:extLst>
              <a:ext uri="{FF2B5EF4-FFF2-40B4-BE49-F238E27FC236}">
                <a16:creationId xmlns:a16="http://schemas.microsoft.com/office/drawing/2014/main" id="{4490A60D-3123-4534-B4E1-1B214E40238B}"/>
              </a:ext>
            </a:extLst>
          </p:cNvPr>
          <p:cNvSpPr>
            <a:spLocks noGrp="1"/>
          </p:cNvSpPr>
          <p:nvPr>
            <p:ph type="ftr" sz="quarter" idx="11"/>
          </p:nvPr>
        </p:nvSpPr>
        <p:spPr/>
        <p:txBody>
          <a:bodyPr/>
          <a:lstStyle/>
          <a:p>
            <a:r>
              <a:rPr lang="de-CH"/>
              <a:t>Fusszeile (Ändern über «Einfügen &gt; Kopf- und Fusszeile»)</a:t>
            </a:r>
            <a:endParaRPr lang="de-CH" dirty="0"/>
          </a:p>
        </p:txBody>
      </p:sp>
      <p:sp>
        <p:nvSpPr>
          <p:cNvPr id="5" name="Foliennummernplatzhalter 4">
            <a:extLst>
              <a:ext uri="{FF2B5EF4-FFF2-40B4-BE49-F238E27FC236}">
                <a16:creationId xmlns:a16="http://schemas.microsoft.com/office/drawing/2014/main" id="{9CA66DD1-3165-483D-99FB-202ADC04E1FF}"/>
              </a:ext>
            </a:extLst>
          </p:cNvPr>
          <p:cNvSpPr>
            <a:spLocks noGrp="1"/>
          </p:cNvSpPr>
          <p:nvPr>
            <p:ph type="sldNum" sz="quarter" idx="12"/>
          </p:nvPr>
        </p:nvSpPr>
        <p:spPr>
          <a:xfrm>
            <a:off x="11460596" y="6620400"/>
            <a:ext cx="376710" cy="144016"/>
          </a:xfrm>
          <a:prstGeom prst="rect">
            <a:avLst/>
          </a:prstGeom>
        </p:spPr>
        <p:txBody>
          <a:bodyPr/>
          <a:lstStyle/>
          <a:p>
            <a:fld id="{442AD375-037F-43D0-B059-5172DA06796A}" type="slidenum">
              <a:rPr lang="de-CH" smtClean="0"/>
              <a:pPr/>
              <a:t>‹#›</a:t>
            </a:fld>
            <a:endParaRPr lang="de-CH" dirty="0"/>
          </a:p>
        </p:txBody>
      </p:sp>
    </p:spTree>
    <p:extLst>
      <p:ext uri="{BB962C8B-B14F-4D97-AF65-F5344CB8AC3E}">
        <p14:creationId xmlns:p14="http://schemas.microsoft.com/office/powerpoint/2010/main" val="38379844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B84E75BB-61FF-4F7E-9CDB-A5E34775C9B4}"/>
              </a:ext>
            </a:extLst>
          </p:cNvPr>
          <p:cNvSpPr>
            <a:spLocks noGrp="1"/>
          </p:cNvSpPr>
          <p:nvPr>
            <p:ph type="dt" sz="half" idx="10"/>
          </p:nvPr>
        </p:nvSpPr>
        <p:spPr/>
        <p:txBody>
          <a:bodyPr/>
          <a:lstStyle/>
          <a:p>
            <a:r>
              <a:rPr lang="de-DE"/>
              <a:t>D MMMM YYYY</a:t>
            </a:r>
            <a:endParaRPr lang="de-CH" dirty="0"/>
          </a:p>
        </p:txBody>
      </p:sp>
      <p:sp>
        <p:nvSpPr>
          <p:cNvPr id="3" name="Fußzeilenplatzhalter 2">
            <a:extLst>
              <a:ext uri="{FF2B5EF4-FFF2-40B4-BE49-F238E27FC236}">
                <a16:creationId xmlns:a16="http://schemas.microsoft.com/office/drawing/2014/main" id="{B909AB7D-DBAB-4FFF-BA65-85B952116264}"/>
              </a:ext>
            </a:extLst>
          </p:cNvPr>
          <p:cNvSpPr>
            <a:spLocks noGrp="1"/>
          </p:cNvSpPr>
          <p:nvPr>
            <p:ph type="ftr" sz="quarter" idx="11"/>
          </p:nvPr>
        </p:nvSpPr>
        <p:spPr/>
        <p:txBody>
          <a:bodyPr/>
          <a:lstStyle/>
          <a:p>
            <a:r>
              <a:rPr lang="de-CH"/>
              <a:t>Fusszeile (Ändern über «Einfügen &gt; Kopf- und Fusszeile»)</a:t>
            </a:r>
            <a:endParaRPr lang="de-CH" dirty="0"/>
          </a:p>
        </p:txBody>
      </p:sp>
      <p:sp>
        <p:nvSpPr>
          <p:cNvPr id="4" name="Foliennummernplatzhalter 3">
            <a:extLst>
              <a:ext uri="{FF2B5EF4-FFF2-40B4-BE49-F238E27FC236}">
                <a16:creationId xmlns:a16="http://schemas.microsoft.com/office/drawing/2014/main" id="{EB9B7570-0B3E-4F91-B744-978CA7BDE965}"/>
              </a:ext>
            </a:extLst>
          </p:cNvPr>
          <p:cNvSpPr>
            <a:spLocks noGrp="1"/>
          </p:cNvSpPr>
          <p:nvPr>
            <p:ph type="sldNum" sz="quarter" idx="12"/>
          </p:nvPr>
        </p:nvSpPr>
        <p:spPr>
          <a:xfrm>
            <a:off x="11460596" y="6620400"/>
            <a:ext cx="376710" cy="144016"/>
          </a:xfrm>
          <a:prstGeom prst="rect">
            <a:avLst/>
          </a:prstGeom>
        </p:spPr>
        <p:txBody>
          <a:bodyPr/>
          <a:lstStyle/>
          <a:p>
            <a:fld id="{442AD375-037F-43D0-B059-5172DA06796A}" type="slidenum">
              <a:rPr lang="de-CH" smtClean="0"/>
              <a:pPr/>
              <a:t>‹#›</a:t>
            </a:fld>
            <a:endParaRPr lang="de-CH" dirty="0"/>
          </a:p>
        </p:txBody>
      </p:sp>
    </p:spTree>
    <p:extLst>
      <p:ext uri="{BB962C8B-B14F-4D97-AF65-F5344CB8AC3E}">
        <p14:creationId xmlns:p14="http://schemas.microsoft.com/office/powerpoint/2010/main" val="40054461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sv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image" Target="../media/image4.sv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4" name="Rechteck 13">
            <a:extLst>
              <a:ext uri="{FF2B5EF4-FFF2-40B4-BE49-F238E27FC236}">
                <a16:creationId xmlns:a16="http://schemas.microsoft.com/office/drawing/2014/main" id="{CCA65A95-72B9-9C39-BC44-04A643558335}"/>
              </a:ext>
            </a:extLst>
          </p:cNvPr>
          <p:cNvSpPr/>
          <p:nvPr userDrawn="1"/>
        </p:nvSpPr>
        <p:spPr>
          <a:xfrm>
            <a:off x="0" y="6534000"/>
            <a:ext cx="11430000" cy="324000"/>
          </a:xfrm>
          <a:prstGeom prst="rect">
            <a:avLst/>
          </a:prstGeom>
          <a:solidFill>
            <a:srgbClr val="FDE70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CH"/>
          </a:p>
        </p:txBody>
      </p:sp>
      <p:sp>
        <p:nvSpPr>
          <p:cNvPr id="2" name="Titelplatzhalter 1"/>
          <p:cNvSpPr>
            <a:spLocks noGrp="1"/>
          </p:cNvSpPr>
          <p:nvPr>
            <p:ph type="title"/>
          </p:nvPr>
        </p:nvSpPr>
        <p:spPr>
          <a:xfrm>
            <a:off x="410457" y="1170372"/>
            <a:ext cx="11006138" cy="492443"/>
          </a:xfrm>
          <a:prstGeom prst="rect">
            <a:avLst/>
          </a:prstGeom>
        </p:spPr>
        <p:txBody>
          <a:bodyPr vert="horz" wrap="square" lIns="0" tIns="0" rIns="0" bIns="0" rtlCol="0" anchor="t">
            <a:spAutoFit/>
          </a:bodyPr>
          <a:lstStyle/>
          <a:p>
            <a:r>
              <a:rPr lang="de-CH" dirty="0"/>
              <a:t>Titel hinzufügen</a:t>
            </a:r>
          </a:p>
        </p:txBody>
      </p:sp>
      <p:sp>
        <p:nvSpPr>
          <p:cNvPr id="3" name="Textplatzhalter 2"/>
          <p:cNvSpPr>
            <a:spLocks noGrp="1"/>
          </p:cNvSpPr>
          <p:nvPr>
            <p:ph type="body" idx="1"/>
          </p:nvPr>
        </p:nvSpPr>
        <p:spPr>
          <a:xfrm>
            <a:off x="407988" y="1989137"/>
            <a:ext cx="11015662" cy="4175999"/>
          </a:xfrm>
          <a:prstGeom prst="rect">
            <a:avLst/>
          </a:prstGeom>
        </p:spPr>
        <p:txBody>
          <a:bodyPr vert="horz" lIns="0" tIns="0" rIns="0" bIns="0" rtlCol="0">
            <a:noAutofit/>
          </a:bodyPr>
          <a:lstStyle/>
          <a:p>
            <a:pPr lvl="0"/>
            <a:r>
              <a:rPr lang="de-CH" noProof="0" dirty="0"/>
              <a:t>Inhalt hinzufügen</a:t>
            </a:r>
          </a:p>
          <a:p>
            <a:pPr lvl="2"/>
            <a:r>
              <a:rPr lang="de-CH" noProof="0" dirty="0"/>
              <a:t>Ebene 2</a:t>
            </a:r>
          </a:p>
          <a:p>
            <a:pPr lvl="3"/>
            <a:r>
              <a:rPr lang="de-CH" noProof="0" dirty="0"/>
              <a:t>Ebene 3</a:t>
            </a:r>
          </a:p>
          <a:p>
            <a:pPr lvl="4"/>
            <a:r>
              <a:rPr lang="de-CH" noProof="0" dirty="0"/>
              <a:t>Ebene 4</a:t>
            </a:r>
          </a:p>
        </p:txBody>
      </p:sp>
      <p:sp>
        <p:nvSpPr>
          <p:cNvPr id="4" name="Datumsplatzhalter 3"/>
          <p:cNvSpPr>
            <a:spLocks noGrp="1"/>
          </p:cNvSpPr>
          <p:nvPr>
            <p:ph type="dt" sz="half" idx="2"/>
          </p:nvPr>
        </p:nvSpPr>
        <p:spPr>
          <a:xfrm>
            <a:off x="419100" y="6620400"/>
            <a:ext cx="1188000" cy="144016"/>
          </a:xfrm>
          <a:prstGeom prst="rect">
            <a:avLst/>
          </a:prstGeom>
        </p:spPr>
        <p:txBody>
          <a:bodyPr vert="horz" lIns="0" tIns="0" rIns="0" bIns="0" rtlCol="0" anchor="t" anchorCtr="0"/>
          <a:lstStyle>
            <a:lvl1pPr algn="l">
              <a:defRPr sz="950">
                <a:solidFill>
                  <a:schemeClr val="tx1"/>
                </a:solidFill>
              </a:defRPr>
            </a:lvl1pPr>
          </a:lstStyle>
          <a:p>
            <a:r>
              <a:rPr lang="de-DE"/>
              <a:t>D MMMM YYYY</a:t>
            </a:r>
            <a:endParaRPr lang="de-CH" dirty="0"/>
          </a:p>
        </p:txBody>
      </p:sp>
      <p:sp>
        <p:nvSpPr>
          <p:cNvPr id="5" name="Fußzeilenplatzhalter 4"/>
          <p:cNvSpPr>
            <a:spLocks noGrp="1"/>
          </p:cNvSpPr>
          <p:nvPr>
            <p:ph type="ftr" sz="quarter" idx="3"/>
          </p:nvPr>
        </p:nvSpPr>
        <p:spPr>
          <a:xfrm>
            <a:off x="1667508" y="6620400"/>
            <a:ext cx="8100000" cy="144016"/>
          </a:xfrm>
          <a:prstGeom prst="rect">
            <a:avLst/>
          </a:prstGeom>
        </p:spPr>
        <p:txBody>
          <a:bodyPr vert="horz" lIns="0" tIns="0" rIns="0" bIns="0" rtlCol="0" anchor="t" anchorCtr="0"/>
          <a:lstStyle>
            <a:lvl1pPr algn="l">
              <a:defRPr sz="950" b="1">
                <a:solidFill>
                  <a:schemeClr val="tx1"/>
                </a:solidFill>
              </a:defRPr>
            </a:lvl1pPr>
          </a:lstStyle>
          <a:p>
            <a:r>
              <a:rPr lang="de-CH" dirty="0"/>
              <a:t>Fusszeile (Ändern über «Einfügen &gt; Kopf- und Fusszeile»)</a:t>
            </a:r>
          </a:p>
        </p:txBody>
      </p:sp>
      <p:sp>
        <p:nvSpPr>
          <p:cNvPr id="6" name="Foliennummernplatzhalter 5"/>
          <p:cNvSpPr>
            <a:spLocks noGrp="1"/>
          </p:cNvSpPr>
          <p:nvPr>
            <p:ph type="sldNum" sz="quarter" idx="4"/>
          </p:nvPr>
        </p:nvSpPr>
        <p:spPr>
          <a:xfrm>
            <a:off x="11460596" y="6620400"/>
            <a:ext cx="376710" cy="144016"/>
          </a:xfrm>
          <a:prstGeom prst="rect">
            <a:avLst/>
          </a:prstGeom>
        </p:spPr>
        <p:txBody>
          <a:bodyPr vert="horz" lIns="0" tIns="0" rIns="0" bIns="0" rtlCol="0" anchor="t" anchorCtr="0"/>
          <a:lstStyle>
            <a:lvl1pPr algn="r">
              <a:defRPr sz="950">
                <a:solidFill>
                  <a:schemeClr val="tx1"/>
                </a:solidFill>
              </a:defRPr>
            </a:lvl1pPr>
          </a:lstStyle>
          <a:p>
            <a:fld id="{442AD375-037F-43D0-B059-5172DA06796A}" type="slidenum">
              <a:rPr lang="de-CH" smtClean="0"/>
              <a:pPr/>
              <a:t>‹#›</a:t>
            </a:fld>
            <a:endParaRPr lang="de-CH" dirty="0"/>
          </a:p>
        </p:txBody>
      </p:sp>
      <p:sp>
        <p:nvSpPr>
          <p:cNvPr id="16" name="Textfeld 15">
            <a:extLst>
              <a:ext uri="{FF2B5EF4-FFF2-40B4-BE49-F238E27FC236}">
                <a16:creationId xmlns:a16="http://schemas.microsoft.com/office/drawing/2014/main" id="{2BBC21AA-03C3-7EDE-BB82-F15F9CEADEFF}"/>
              </a:ext>
            </a:extLst>
          </p:cNvPr>
          <p:cNvSpPr txBox="1"/>
          <p:nvPr userDrawn="1"/>
        </p:nvSpPr>
        <p:spPr>
          <a:xfrm>
            <a:off x="9787386" y="6620400"/>
            <a:ext cx="1486542" cy="144016"/>
          </a:xfrm>
          <a:prstGeom prst="rect">
            <a:avLst/>
          </a:prstGeom>
        </p:spPr>
        <p:txBody>
          <a:bodyPr vert="horz" lIns="0" tIns="0" rIns="0" bIns="0" rtlCol="0" anchor="t" anchorCtr="0"/>
          <a:lstStyle>
            <a:defPPr>
              <a:defRPr lang="de-DE"/>
            </a:defPPr>
            <a:lvl1pPr>
              <a:defRPr sz="950" b="1"/>
            </a:lvl1pPr>
          </a:lstStyle>
          <a:p>
            <a:pPr lvl="0" algn="r"/>
            <a:r>
              <a:rPr lang="de-CH" dirty="0"/>
              <a:t>www.fhnw.ch/lifesciences</a:t>
            </a:r>
          </a:p>
        </p:txBody>
      </p:sp>
      <p:pic>
        <p:nvPicPr>
          <p:cNvPr id="12" name="Grafik 11">
            <a:extLst>
              <a:ext uri="{FF2B5EF4-FFF2-40B4-BE49-F238E27FC236}">
                <a16:creationId xmlns:a16="http://schemas.microsoft.com/office/drawing/2014/main" id="{52744D73-4AF0-A154-437F-3B480B65F51B}"/>
              </a:ext>
            </a:extLst>
          </p:cNvPr>
          <p:cNvPicPr>
            <a:picLocks noChangeAspect="1"/>
          </p:cNvPicPr>
          <p:nvPr userDrawn="1"/>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9852240" y="212400"/>
            <a:ext cx="1571760" cy="424800"/>
          </a:xfrm>
          <a:prstGeom prst="rect">
            <a:avLst/>
          </a:prstGeom>
        </p:spPr>
      </p:pic>
      <p:pic>
        <p:nvPicPr>
          <p:cNvPr id="8" name="Grafik 7">
            <a:extLst>
              <a:ext uri="{FF2B5EF4-FFF2-40B4-BE49-F238E27FC236}">
                <a16:creationId xmlns:a16="http://schemas.microsoft.com/office/drawing/2014/main" id="{4D8887EF-60DA-05AB-1A75-CC85399D726B}"/>
              </a:ext>
            </a:extLst>
          </p:cNvPr>
          <p:cNvPicPr>
            <a:picLocks noChangeAspect="1"/>
          </p:cNvPicPr>
          <p:nvPr userDrawn="1"/>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381885" y="212400"/>
            <a:ext cx="4490743" cy="424800"/>
          </a:xfrm>
          <a:prstGeom prst="rect">
            <a:avLst/>
          </a:prstGeom>
        </p:spPr>
      </p:pic>
    </p:spTree>
    <p:extLst>
      <p:ext uri="{BB962C8B-B14F-4D97-AF65-F5344CB8AC3E}">
        <p14:creationId xmlns:p14="http://schemas.microsoft.com/office/powerpoint/2010/main" val="1011663896"/>
      </p:ext>
    </p:extLst>
  </p:cSld>
  <p:clrMap bg1="lt1" tx1="dk1" bg2="lt2" tx2="dk2" accent1="accent1" accent2="accent2" accent3="accent3" accent4="accent4" accent5="accent5" accent6="accent6" hlink="hlink" folHlink="folHlink"/>
  <p:sldLayoutIdLst>
    <p:sldLayoutId id="2147483658" r:id="rId1"/>
    <p:sldLayoutId id="2147483659" r:id="rId2"/>
    <p:sldLayoutId id="2147483667" r:id="rId3"/>
    <p:sldLayoutId id="2147483668" r:id="rId4"/>
    <p:sldLayoutId id="2147483661" r:id="rId5"/>
    <p:sldLayoutId id="2147483669" r:id="rId6"/>
    <p:sldLayoutId id="2147483670" r:id="rId7"/>
    <p:sldLayoutId id="2147483665" r:id="rId8"/>
    <p:sldLayoutId id="2147483663" r:id="rId9"/>
    <p:sldLayoutId id="2147483664" r:id="rId10"/>
  </p:sldLayoutIdLst>
  <p:hf hdr="0"/>
  <p:txStyles>
    <p:titleStyle>
      <a:lvl1pPr algn="l" defTabSz="914400" rtl="0" eaLnBrk="1" latinLnBrk="0" hangingPunct="1">
        <a:lnSpc>
          <a:spcPct val="100000"/>
        </a:lnSpc>
        <a:spcBef>
          <a:spcPct val="0"/>
        </a:spcBef>
        <a:buNone/>
        <a:defRPr sz="3200" kern="1200">
          <a:solidFill>
            <a:schemeClr val="tx1"/>
          </a:solidFill>
          <a:latin typeface="+mj-lt"/>
          <a:ea typeface="+mj-ea"/>
          <a:cs typeface="+mj-cs"/>
        </a:defRPr>
      </a:lvl1pPr>
    </p:titleStyle>
    <p:bodyStyle>
      <a:lvl1pPr marL="270000" indent="-270000" algn="l" defTabSz="914400" rtl="0" eaLnBrk="1" latinLnBrk="0" hangingPunct="1">
        <a:lnSpc>
          <a:spcPct val="125000"/>
        </a:lnSpc>
        <a:spcBef>
          <a:spcPts val="0"/>
        </a:spcBef>
        <a:buFont typeface="Arial" panose="020B0604020202020204" pitchFamily="34" charset="0"/>
        <a:buChar char="–"/>
        <a:defRPr sz="2000" kern="1200">
          <a:solidFill>
            <a:schemeClr val="tx1"/>
          </a:solidFill>
          <a:latin typeface="+mn-lt"/>
          <a:ea typeface="+mn-ea"/>
          <a:cs typeface="+mn-cs"/>
        </a:defRPr>
      </a:lvl1pPr>
      <a:lvl2pPr marL="270000" indent="-270000" algn="l" defTabSz="914400" rtl="0" eaLnBrk="1" latinLnBrk="0" hangingPunct="1">
        <a:lnSpc>
          <a:spcPct val="125000"/>
        </a:lnSpc>
        <a:spcBef>
          <a:spcPts val="0"/>
        </a:spcBef>
        <a:buFont typeface="Arial" panose="020B0604020202020204" pitchFamily="34" charset="0"/>
        <a:buChar char="–"/>
        <a:defRPr sz="2000" kern="1200">
          <a:solidFill>
            <a:schemeClr val="tx1"/>
          </a:solidFill>
          <a:latin typeface="+mn-lt"/>
          <a:ea typeface="+mn-ea"/>
          <a:cs typeface="+mn-cs"/>
        </a:defRPr>
      </a:lvl2pPr>
      <a:lvl3pPr marL="540000" indent="-268288" algn="l" defTabSz="914400" rtl="0" eaLnBrk="1" latinLnBrk="0" hangingPunct="1">
        <a:lnSpc>
          <a:spcPct val="125000"/>
        </a:lnSpc>
        <a:spcBef>
          <a:spcPts val="0"/>
        </a:spcBef>
        <a:buFont typeface="Arial" panose="020B0604020202020204" pitchFamily="34" charset="0"/>
        <a:buChar char="–"/>
        <a:defRPr sz="2000" kern="1200">
          <a:solidFill>
            <a:schemeClr val="tx1"/>
          </a:solidFill>
          <a:latin typeface="+mn-lt"/>
          <a:ea typeface="+mn-ea"/>
          <a:cs typeface="+mn-cs"/>
        </a:defRPr>
      </a:lvl3pPr>
      <a:lvl4pPr marL="810000" indent="-269875" algn="l" defTabSz="914400" rtl="0" eaLnBrk="1" latinLnBrk="0" hangingPunct="1">
        <a:lnSpc>
          <a:spcPct val="125000"/>
        </a:lnSpc>
        <a:spcBef>
          <a:spcPts val="0"/>
        </a:spcBef>
        <a:buFont typeface="Arial" panose="020B0604020202020204" pitchFamily="34" charset="0"/>
        <a:buChar char="–"/>
        <a:defRPr sz="2000" kern="1200">
          <a:solidFill>
            <a:schemeClr val="tx1"/>
          </a:solidFill>
          <a:latin typeface="+mn-lt"/>
          <a:ea typeface="+mn-ea"/>
          <a:cs typeface="+mn-cs"/>
        </a:defRPr>
      </a:lvl4pPr>
      <a:lvl5pPr marL="1080000" indent="-269875" algn="l" defTabSz="914400" rtl="0" eaLnBrk="1" latinLnBrk="0" hangingPunct="1">
        <a:lnSpc>
          <a:spcPct val="125000"/>
        </a:lnSpc>
        <a:spcBef>
          <a:spcPts val="0"/>
        </a:spcBef>
        <a:buFont typeface="Arial" panose="020B0604020202020204" pitchFamily="34" charset="0"/>
        <a:buChar char="–"/>
        <a:tabLst/>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57" userDrawn="1">
          <p15:clr>
            <a:srgbClr val="A4A3A4"/>
          </p15:clr>
        </p15:guide>
        <p15:guide id="2" pos="7196" userDrawn="1">
          <p15:clr>
            <a:srgbClr val="A4A3A4"/>
          </p15:clr>
        </p15:guide>
        <p15:guide id="3" orient="horz" pos="3883" userDrawn="1">
          <p15:clr>
            <a:srgbClr val="A4A3A4"/>
          </p15:clr>
        </p15:guide>
        <p15:guide id="4" orient="horz" pos="1253" userDrawn="1">
          <p15:clr>
            <a:srgbClr val="A4A3A4"/>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ftp.ebi.ac.uk/pub/databases/intact/current/psimitab/intact_psimitab.txt.gz" TargetMode="External"/><Relationship Id="rId2" Type="http://schemas.openxmlformats.org/officeDocument/2006/relationships/hyperlink" Target="https://downloads.thebiogrid.org/BioGRID/Release-Archive/BIOGRID-ALL-LATEST/BIOGRID-ALL-LATEST.tab2.zip" TargetMode="External"/><Relationship Id="rId1" Type="http://schemas.openxmlformats.org/officeDocument/2006/relationships/slideLayout" Target="../slideLayouts/slideLayout2.xml"/><Relationship Id="rId5" Type="http://schemas.openxmlformats.org/officeDocument/2006/relationships/hyperlink" Target="https://docs.icgc-argo.org/docs/data-access/icgc-25k-data" TargetMode="External"/><Relationship Id="rId4" Type="http://schemas.openxmlformats.org/officeDocument/2006/relationships/hyperlink" Target="https://cancer.sanger.ac.uk/cosmic/download/cancer-mutation-census/v103/alldata-cmc" TargetMode="Externa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053ADAF5-4807-68FF-4D40-65438BF62A11}"/>
              </a:ext>
            </a:extLst>
          </p:cNvPr>
          <p:cNvSpPr>
            <a:spLocks noGrp="1"/>
          </p:cNvSpPr>
          <p:nvPr>
            <p:ph type="dt" sz="half" idx="10"/>
          </p:nvPr>
        </p:nvSpPr>
        <p:spPr/>
        <p:txBody>
          <a:bodyPr/>
          <a:lstStyle/>
          <a:p>
            <a:r>
              <a:rPr lang="en-US" noProof="0" dirty="0"/>
              <a:t>18 December 2025</a:t>
            </a:r>
          </a:p>
        </p:txBody>
      </p:sp>
      <p:sp>
        <p:nvSpPr>
          <p:cNvPr id="3" name="Fußzeilenplatzhalter 2">
            <a:extLst>
              <a:ext uri="{FF2B5EF4-FFF2-40B4-BE49-F238E27FC236}">
                <a16:creationId xmlns:a16="http://schemas.microsoft.com/office/drawing/2014/main" id="{4755E460-25C6-3A25-5B4F-AAC2A569B353}"/>
              </a:ext>
            </a:extLst>
          </p:cNvPr>
          <p:cNvSpPr>
            <a:spLocks noGrp="1"/>
          </p:cNvSpPr>
          <p:nvPr>
            <p:ph type="ftr" sz="quarter" idx="11"/>
          </p:nvPr>
        </p:nvSpPr>
        <p:spPr/>
        <p:txBody>
          <a:bodyPr/>
          <a:lstStyle/>
          <a:p>
            <a:r>
              <a:rPr lang="en-US" noProof="0" dirty="0" err="1"/>
              <a:t>Fusszeile</a:t>
            </a:r>
            <a:r>
              <a:rPr lang="en-US" noProof="0" dirty="0"/>
              <a:t> (</a:t>
            </a:r>
            <a:r>
              <a:rPr lang="en-US" noProof="0" dirty="0" err="1"/>
              <a:t>Ändern</a:t>
            </a:r>
            <a:r>
              <a:rPr lang="en-US" noProof="0" dirty="0"/>
              <a:t> </a:t>
            </a:r>
            <a:r>
              <a:rPr lang="en-US" noProof="0" dirty="0" err="1"/>
              <a:t>über</a:t>
            </a:r>
            <a:r>
              <a:rPr lang="en-US" noProof="0" dirty="0"/>
              <a:t> «</a:t>
            </a:r>
            <a:r>
              <a:rPr lang="en-US" noProof="0" dirty="0" err="1"/>
              <a:t>Einfügen</a:t>
            </a:r>
            <a:r>
              <a:rPr lang="en-US" noProof="0" dirty="0"/>
              <a:t> &gt; Kopf- und </a:t>
            </a:r>
            <a:r>
              <a:rPr lang="en-US" noProof="0" dirty="0" err="1"/>
              <a:t>Fusszeile</a:t>
            </a:r>
            <a:r>
              <a:rPr lang="en-US" noProof="0" dirty="0"/>
              <a:t>»)</a:t>
            </a:r>
          </a:p>
        </p:txBody>
      </p:sp>
      <p:sp>
        <p:nvSpPr>
          <p:cNvPr id="4" name="Foliennummernplatzhalter 3">
            <a:extLst>
              <a:ext uri="{FF2B5EF4-FFF2-40B4-BE49-F238E27FC236}">
                <a16:creationId xmlns:a16="http://schemas.microsoft.com/office/drawing/2014/main" id="{A1BDBB4E-FF89-DE17-7B80-A8E1AEC23803}"/>
              </a:ext>
            </a:extLst>
          </p:cNvPr>
          <p:cNvSpPr>
            <a:spLocks noGrp="1"/>
          </p:cNvSpPr>
          <p:nvPr>
            <p:ph type="sldNum" sz="quarter" idx="12"/>
          </p:nvPr>
        </p:nvSpPr>
        <p:spPr/>
        <p:txBody>
          <a:bodyPr/>
          <a:lstStyle/>
          <a:p>
            <a:fld id="{442AD375-037F-43D0-B059-5172DA06796A}" type="slidenum">
              <a:rPr lang="en-US" noProof="0" smtClean="0"/>
              <a:pPr/>
              <a:t>1</a:t>
            </a:fld>
            <a:endParaRPr lang="en-US" noProof="0" dirty="0"/>
          </a:p>
        </p:txBody>
      </p:sp>
      <p:sp>
        <p:nvSpPr>
          <p:cNvPr id="5" name="Bildplatzhalter 4">
            <a:extLst>
              <a:ext uri="{FF2B5EF4-FFF2-40B4-BE49-F238E27FC236}">
                <a16:creationId xmlns:a16="http://schemas.microsoft.com/office/drawing/2014/main" id="{4D5D026F-2392-DC1E-84B9-086F35D8A282}"/>
              </a:ext>
            </a:extLst>
          </p:cNvPr>
          <p:cNvSpPr>
            <a:spLocks noGrp="1"/>
          </p:cNvSpPr>
          <p:nvPr>
            <p:ph type="pic" sz="quarter" idx="17"/>
          </p:nvPr>
        </p:nvSpPr>
        <p:spPr/>
        <p:txBody>
          <a:bodyPr/>
          <a:lstStyle/>
          <a:p>
            <a:endParaRPr lang="en-US" noProof="0" dirty="0"/>
          </a:p>
        </p:txBody>
      </p:sp>
      <p:sp>
        <p:nvSpPr>
          <p:cNvPr id="6" name="Textplatzhalter 5">
            <a:extLst>
              <a:ext uri="{FF2B5EF4-FFF2-40B4-BE49-F238E27FC236}">
                <a16:creationId xmlns:a16="http://schemas.microsoft.com/office/drawing/2014/main" id="{9070260B-CF47-66A4-FC11-39A8B8E6AC93}"/>
              </a:ext>
            </a:extLst>
          </p:cNvPr>
          <p:cNvSpPr>
            <a:spLocks noGrp="1"/>
          </p:cNvSpPr>
          <p:nvPr>
            <p:ph type="body" sz="quarter" idx="18"/>
          </p:nvPr>
        </p:nvSpPr>
        <p:spPr/>
        <p:txBody>
          <a:bodyPr/>
          <a:lstStyle/>
          <a:p>
            <a:r>
              <a:rPr lang="en-US" noProof="0" dirty="0"/>
              <a:t>Remco Crefcoeur</a:t>
            </a:r>
          </a:p>
        </p:txBody>
      </p:sp>
      <p:sp>
        <p:nvSpPr>
          <p:cNvPr id="7" name="Titel 6">
            <a:extLst>
              <a:ext uri="{FF2B5EF4-FFF2-40B4-BE49-F238E27FC236}">
                <a16:creationId xmlns:a16="http://schemas.microsoft.com/office/drawing/2014/main" id="{C878F171-5CBB-F640-B0CE-CE00CC1579DB}"/>
              </a:ext>
            </a:extLst>
          </p:cNvPr>
          <p:cNvSpPr>
            <a:spLocks noGrp="1"/>
          </p:cNvSpPr>
          <p:nvPr>
            <p:ph type="ctrTitle"/>
          </p:nvPr>
        </p:nvSpPr>
        <p:spPr/>
        <p:txBody>
          <a:bodyPr/>
          <a:lstStyle/>
          <a:p>
            <a:r>
              <a:rPr lang="en-US" noProof="0" dirty="0" err="1"/>
              <a:t>OnComPlex</a:t>
            </a:r>
            <a:endParaRPr lang="en-US" noProof="0" dirty="0"/>
          </a:p>
        </p:txBody>
      </p:sp>
      <p:sp>
        <p:nvSpPr>
          <p:cNvPr id="8" name="Untertitel 7">
            <a:extLst>
              <a:ext uri="{FF2B5EF4-FFF2-40B4-BE49-F238E27FC236}">
                <a16:creationId xmlns:a16="http://schemas.microsoft.com/office/drawing/2014/main" id="{B99FC38A-260C-7A9B-B4EB-E0CE4802842E}"/>
              </a:ext>
            </a:extLst>
          </p:cNvPr>
          <p:cNvSpPr>
            <a:spLocks noGrp="1"/>
          </p:cNvSpPr>
          <p:nvPr>
            <p:ph type="subTitle" idx="1"/>
          </p:nvPr>
        </p:nvSpPr>
        <p:spPr/>
        <p:txBody>
          <a:bodyPr/>
          <a:lstStyle/>
          <a:p>
            <a:r>
              <a:rPr lang="en-US" noProof="0" dirty="0"/>
              <a:t>Matching mutation prevalence in human cancer with protein-protein interactions</a:t>
            </a:r>
          </a:p>
        </p:txBody>
      </p:sp>
    </p:spTree>
    <p:extLst>
      <p:ext uri="{BB962C8B-B14F-4D97-AF65-F5344CB8AC3E}">
        <p14:creationId xmlns:p14="http://schemas.microsoft.com/office/powerpoint/2010/main" val="2465046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09854E-9219-3B51-2376-47D8545F38EF}"/>
              </a:ext>
            </a:extLst>
          </p:cNvPr>
          <p:cNvSpPr>
            <a:spLocks noGrp="1"/>
          </p:cNvSpPr>
          <p:nvPr>
            <p:ph type="title"/>
          </p:nvPr>
        </p:nvSpPr>
        <p:spPr/>
        <p:txBody>
          <a:bodyPr/>
          <a:lstStyle/>
          <a:p>
            <a:r>
              <a:rPr lang="en-US" dirty="0" err="1"/>
              <a:t>OnComPlex</a:t>
            </a:r>
            <a:r>
              <a:rPr lang="en-US" dirty="0"/>
              <a:t> - Aim</a:t>
            </a:r>
          </a:p>
        </p:txBody>
      </p:sp>
      <p:sp>
        <p:nvSpPr>
          <p:cNvPr id="3" name="Content Placeholder 2">
            <a:extLst>
              <a:ext uri="{FF2B5EF4-FFF2-40B4-BE49-F238E27FC236}">
                <a16:creationId xmlns:a16="http://schemas.microsoft.com/office/drawing/2014/main" id="{1D873702-0088-7EB0-2A9A-BFF4F7A8F5FD}"/>
              </a:ext>
            </a:extLst>
          </p:cNvPr>
          <p:cNvSpPr>
            <a:spLocks noGrp="1"/>
          </p:cNvSpPr>
          <p:nvPr>
            <p:ph idx="1"/>
          </p:nvPr>
        </p:nvSpPr>
        <p:spPr/>
        <p:txBody>
          <a:bodyPr/>
          <a:lstStyle/>
          <a:p>
            <a:endParaRPr lang="en-US" dirty="0"/>
          </a:p>
        </p:txBody>
      </p:sp>
      <p:sp>
        <p:nvSpPr>
          <p:cNvPr id="4" name="Date Placeholder 3">
            <a:extLst>
              <a:ext uri="{FF2B5EF4-FFF2-40B4-BE49-F238E27FC236}">
                <a16:creationId xmlns:a16="http://schemas.microsoft.com/office/drawing/2014/main" id="{C17C5BAD-233E-4233-D161-155A5B7CAAA3}"/>
              </a:ext>
            </a:extLst>
          </p:cNvPr>
          <p:cNvSpPr>
            <a:spLocks noGrp="1"/>
          </p:cNvSpPr>
          <p:nvPr>
            <p:ph type="dt" sz="half" idx="10"/>
          </p:nvPr>
        </p:nvSpPr>
        <p:spPr/>
        <p:txBody>
          <a:bodyPr/>
          <a:lstStyle/>
          <a:p>
            <a:r>
              <a:rPr lang="de-DE" dirty="0"/>
              <a:t>18 December 2025</a:t>
            </a:r>
            <a:endParaRPr lang="de-CH" dirty="0"/>
          </a:p>
        </p:txBody>
      </p:sp>
      <p:sp>
        <p:nvSpPr>
          <p:cNvPr id="5" name="Footer Placeholder 4">
            <a:extLst>
              <a:ext uri="{FF2B5EF4-FFF2-40B4-BE49-F238E27FC236}">
                <a16:creationId xmlns:a16="http://schemas.microsoft.com/office/drawing/2014/main" id="{F554092F-1A23-F6CE-9402-336D9F6215B5}"/>
              </a:ext>
            </a:extLst>
          </p:cNvPr>
          <p:cNvSpPr>
            <a:spLocks noGrp="1"/>
          </p:cNvSpPr>
          <p:nvPr>
            <p:ph type="ftr" sz="quarter" idx="11"/>
          </p:nvPr>
        </p:nvSpPr>
        <p:spPr/>
        <p:txBody>
          <a:bodyPr/>
          <a:lstStyle/>
          <a:p>
            <a:r>
              <a:rPr lang="de-CH" dirty="0"/>
              <a:t>OnComPlex</a:t>
            </a:r>
          </a:p>
        </p:txBody>
      </p:sp>
      <p:sp>
        <p:nvSpPr>
          <p:cNvPr id="6" name="Slide Number Placeholder 5">
            <a:extLst>
              <a:ext uri="{FF2B5EF4-FFF2-40B4-BE49-F238E27FC236}">
                <a16:creationId xmlns:a16="http://schemas.microsoft.com/office/drawing/2014/main" id="{A42312C9-CB07-3233-A57D-575674723973}"/>
              </a:ext>
            </a:extLst>
          </p:cNvPr>
          <p:cNvSpPr>
            <a:spLocks noGrp="1"/>
          </p:cNvSpPr>
          <p:nvPr>
            <p:ph type="sldNum" sz="quarter" idx="12"/>
          </p:nvPr>
        </p:nvSpPr>
        <p:spPr/>
        <p:txBody>
          <a:bodyPr/>
          <a:lstStyle/>
          <a:p>
            <a:fld id="{442AD375-037F-43D0-B059-5172DA06796A}" type="slidenum">
              <a:rPr lang="de-CH" smtClean="0"/>
              <a:pPr/>
              <a:t>2</a:t>
            </a:fld>
            <a:endParaRPr lang="de-CH" dirty="0"/>
          </a:p>
        </p:txBody>
      </p:sp>
    </p:spTree>
    <p:extLst>
      <p:ext uri="{BB962C8B-B14F-4D97-AF65-F5344CB8AC3E}">
        <p14:creationId xmlns:p14="http://schemas.microsoft.com/office/powerpoint/2010/main" val="3401450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E301FFD-0542-B6DE-2815-2259422C69E5}"/>
              </a:ext>
            </a:extLst>
          </p:cNvPr>
          <p:cNvSpPr>
            <a:spLocks noGrp="1"/>
          </p:cNvSpPr>
          <p:nvPr>
            <p:ph type="title"/>
          </p:nvPr>
        </p:nvSpPr>
        <p:spPr/>
        <p:txBody>
          <a:bodyPr/>
          <a:lstStyle/>
          <a:p>
            <a:r>
              <a:rPr lang="en-US" noProof="0" dirty="0" err="1"/>
              <a:t>OnComPlex</a:t>
            </a:r>
            <a:r>
              <a:rPr lang="en-US" noProof="0" dirty="0"/>
              <a:t> - Datafiles</a:t>
            </a:r>
          </a:p>
        </p:txBody>
      </p:sp>
      <p:sp>
        <p:nvSpPr>
          <p:cNvPr id="3" name="Inhaltsplatzhalter 2">
            <a:extLst>
              <a:ext uri="{FF2B5EF4-FFF2-40B4-BE49-F238E27FC236}">
                <a16:creationId xmlns:a16="http://schemas.microsoft.com/office/drawing/2014/main" id="{F9CBAB51-05BC-A82E-6967-521234083EB6}"/>
              </a:ext>
            </a:extLst>
          </p:cNvPr>
          <p:cNvSpPr>
            <a:spLocks noGrp="1"/>
          </p:cNvSpPr>
          <p:nvPr>
            <p:ph idx="1"/>
          </p:nvPr>
        </p:nvSpPr>
        <p:spPr/>
        <p:txBody>
          <a:bodyPr/>
          <a:lstStyle/>
          <a:p>
            <a:r>
              <a:rPr lang="en-US" noProof="0" dirty="0"/>
              <a:t>BIOGRID_URL=</a:t>
            </a:r>
            <a:r>
              <a:rPr lang="en-US" noProof="0" dirty="0">
                <a:hlinkClick r:id="rId2"/>
              </a:rPr>
              <a:t>https://downloads.thebiogrid.org/BioGRID/Release-Archive/BIOGRID-ALL-LATEST/BIOGRID-ALL-LATEST.tab2.zip</a:t>
            </a:r>
            <a:endParaRPr lang="en-US" noProof="0" dirty="0"/>
          </a:p>
          <a:p>
            <a:r>
              <a:rPr lang="en-US" noProof="0" dirty="0"/>
              <a:t>INTACT_URL=</a:t>
            </a:r>
            <a:r>
              <a:rPr lang="en-US" noProof="0" dirty="0">
                <a:hlinkClick r:id="rId3"/>
              </a:rPr>
              <a:t>https://ftp.ebi.ac.uk/pub/databases/intact/current/psimitab/intact_psimitab.txt.gz</a:t>
            </a:r>
            <a:endParaRPr lang="en-US" noProof="0" dirty="0"/>
          </a:p>
          <a:p>
            <a:r>
              <a:rPr lang="en-US" dirty="0"/>
              <a:t>COSMIC: </a:t>
            </a:r>
            <a:r>
              <a:rPr lang="en-US" dirty="0">
                <a:hlinkClick r:id="rId4"/>
              </a:rPr>
              <a:t>https://cancer.sanger.ac.uk/cosmic/download/cancer-mutation-census/v103/alldata-cmc#</a:t>
            </a:r>
            <a:endParaRPr lang="en-US" dirty="0"/>
          </a:p>
          <a:p>
            <a:pPr lvl="2"/>
            <a:r>
              <a:rPr lang="en-US" sz="1400" dirty="0"/>
              <a:t>The </a:t>
            </a:r>
            <a:r>
              <a:rPr lang="en-US" sz="1400" b="1" dirty="0"/>
              <a:t>Cancer Mutation Census</a:t>
            </a:r>
            <a:r>
              <a:rPr lang="en-US" sz="1400" dirty="0"/>
              <a:t> </a:t>
            </a:r>
            <a:r>
              <a:rPr lang="en-US" sz="1400" b="1" dirty="0"/>
              <a:t>(CMC)</a:t>
            </a:r>
            <a:r>
              <a:rPr lang="en-US" sz="1400" dirty="0"/>
              <a:t> project is an undertaking to classify coding mutations in COSMIC and identify variants driving different types of cancer. The CMC integrates all coding somatic mutations collected by COSMIC with biological and biochemical information from multiple sources, combining data obtained from manual curation and computational analyses. Metrics like </a:t>
            </a:r>
            <a:r>
              <a:rPr lang="en-US" sz="1400" dirty="0" err="1"/>
              <a:t>ClinVar</a:t>
            </a:r>
            <a:r>
              <a:rPr lang="en-US" sz="1400" dirty="0"/>
              <a:t> significance, </a:t>
            </a:r>
            <a:r>
              <a:rPr lang="en-US" sz="1400" dirty="0" err="1"/>
              <a:t>dN</a:t>
            </a:r>
            <a:r>
              <a:rPr lang="en-US" sz="1400" dirty="0"/>
              <a:t>/</a:t>
            </a:r>
            <a:r>
              <a:rPr lang="en-US" sz="1400" dirty="0" err="1"/>
              <a:t>dS</a:t>
            </a:r>
            <a:r>
              <a:rPr lang="en-US" sz="1400" dirty="0"/>
              <a:t> ratios, and variant frequencies in normal populations (</a:t>
            </a:r>
            <a:r>
              <a:rPr lang="en-US" sz="1400" dirty="0" err="1"/>
              <a:t>gnomAD</a:t>
            </a:r>
            <a:r>
              <a:rPr lang="en-US" sz="1400" dirty="0"/>
              <a:t>) have been integrated into this resource. They have been used alongside COSMIC data on mutations' prevalence across 1,500 forms of human cancer. This helps to predict candidates for driver mutations in the coding portion of the genome.</a:t>
            </a:r>
            <a:endParaRPr lang="en-US" sz="1800" dirty="0"/>
          </a:p>
          <a:p>
            <a:r>
              <a:rPr lang="en-US" dirty="0"/>
              <a:t>ICGC ARGO: </a:t>
            </a:r>
            <a:r>
              <a:rPr lang="en-US" dirty="0">
                <a:hlinkClick r:id="rId5"/>
              </a:rPr>
              <a:t>https://docs.icgc-argo.org/docs/data-access/icgc-25k-data</a:t>
            </a:r>
            <a:endParaRPr lang="en-US" dirty="0"/>
          </a:p>
          <a:p>
            <a:pPr lvl="2"/>
            <a:r>
              <a:rPr lang="en-US" sz="1200" dirty="0">
                <a:effectLst/>
              </a:rPr>
              <a:t>International Cancer Genome Consortium - Accelerating Research in Genomic Oncology</a:t>
            </a:r>
            <a:endParaRPr lang="en-US" sz="1400" dirty="0"/>
          </a:p>
          <a:p>
            <a:endParaRPr lang="en-US" dirty="0"/>
          </a:p>
          <a:p>
            <a:endParaRPr lang="en-US" noProof="0" dirty="0"/>
          </a:p>
          <a:p>
            <a:endParaRPr lang="en-US" noProof="0" dirty="0"/>
          </a:p>
        </p:txBody>
      </p:sp>
      <p:sp>
        <p:nvSpPr>
          <p:cNvPr id="6" name="Foliennummernplatzhalter 5">
            <a:extLst>
              <a:ext uri="{FF2B5EF4-FFF2-40B4-BE49-F238E27FC236}">
                <a16:creationId xmlns:a16="http://schemas.microsoft.com/office/drawing/2014/main" id="{27764D8B-36D7-D781-6795-2FA0B22525FF}"/>
              </a:ext>
            </a:extLst>
          </p:cNvPr>
          <p:cNvSpPr>
            <a:spLocks noGrp="1"/>
          </p:cNvSpPr>
          <p:nvPr>
            <p:ph type="sldNum" sz="quarter" idx="12"/>
          </p:nvPr>
        </p:nvSpPr>
        <p:spPr/>
        <p:txBody>
          <a:bodyPr/>
          <a:lstStyle/>
          <a:p>
            <a:fld id="{442AD375-037F-43D0-B059-5172DA06796A}" type="slidenum">
              <a:rPr lang="en-US" noProof="0" smtClean="0"/>
              <a:pPr/>
              <a:t>3</a:t>
            </a:fld>
            <a:endParaRPr lang="en-US" noProof="0" dirty="0"/>
          </a:p>
        </p:txBody>
      </p:sp>
      <p:sp>
        <p:nvSpPr>
          <p:cNvPr id="7" name="Date Placeholder 3">
            <a:extLst>
              <a:ext uri="{FF2B5EF4-FFF2-40B4-BE49-F238E27FC236}">
                <a16:creationId xmlns:a16="http://schemas.microsoft.com/office/drawing/2014/main" id="{B4AEBE2C-7F19-D7B1-7C8F-F665CF5A0B23}"/>
              </a:ext>
            </a:extLst>
          </p:cNvPr>
          <p:cNvSpPr>
            <a:spLocks noGrp="1"/>
          </p:cNvSpPr>
          <p:nvPr>
            <p:ph type="dt" sz="half" idx="10"/>
          </p:nvPr>
        </p:nvSpPr>
        <p:spPr>
          <a:xfrm>
            <a:off x="419100" y="6620400"/>
            <a:ext cx="1188000" cy="144016"/>
          </a:xfrm>
        </p:spPr>
        <p:txBody>
          <a:bodyPr/>
          <a:lstStyle/>
          <a:p>
            <a:r>
              <a:rPr lang="de-DE" dirty="0"/>
              <a:t>18 December 2025</a:t>
            </a:r>
            <a:endParaRPr lang="de-CH" dirty="0"/>
          </a:p>
        </p:txBody>
      </p:sp>
      <p:sp>
        <p:nvSpPr>
          <p:cNvPr id="8" name="Footer Placeholder 4">
            <a:extLst>
              <a:ext uri="{FF2B5EF4-FFF2-40B4-BE49-F238E27FC236}">
                <a16:creationId xmlns:a16="http://schemas.microsoft.com/office/drawing/2014/main" id="{D67D5012-FA6A-91C0-179A-B12B02C89B87}"/>
              </a:ext>
            </a:extLst>
          </p:cNvPr>
          <p:cNvSpPr>
            <a:spLocks noGrp="1"/>
          </p:cNvSpPr>
          <p:nvPr>
            <p:ph type="ftr" sz="quarter" idx="11"/>
          </p:nvPr>
        </p:nvSpPr>
        <p:spPr>
          <a:xfrm>
            <a:off x="1667508" y="6620400"/>
            <a:ext cx="8100000" cy="144016"/>
          </a:xfrm>
        </p:spPr>
        <p:txBody>
          <a:bodyPr/>
          <a:lstStyle/>
          <a:p>
            <a:r>
              <a:rPr lang="de-CH" dirty="0"/>
              <a:t>OnComPlex</a:t>
            </a:r>
          </a:p>
        </p:txBody>
      </p:sp>
    </p:spTree>
    <p:extLst>
      <p:ext uri="{BB962C8B-B14F-4D97-AF65-F5344CB8AC3E}">
        <p14:creationId xmlns:p14="http://schemas.microsoft.com/office/powerpoint/2010/main" val="24254581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875A4A-9926-EEBC-7119-77F3F26FA9BD}"/>
              </a:ext>
            </a:extLst>
          </p:cNvPr>
          <p:cNvSpPr>
            <a:spLocks noGrp="1"/>
          </p:cNvSpPr>
          <p:nvPr>
            <p:ph type="title"/>
          </p:nvPr>
        </p:nvSpPr>
        <p:spPr/>
        <p:txBody>
          <a:bodyPr/>
          <a:lstStyle/>
          <a:p>
            <a:r>
              <a:rPr lang="en-US" dirty="0"/>
              <a:t>Download and extract interaction databases with script</a:t>
            </a:r>
          </a:p>
        </p:txBody>
      </p:sp>
      <p:pic>
        <p:nvPicPr>
          <p:cNvPr id="8" name="Content Placeholder 7">
            <a:extLst>
              <a:ext uri="{FF2B5EF4-FFF2-40B4-BE49-F238E27FC236}">
                <a16:creationId xmlns:a16="http://schemas.microsoft.com/office/drawing/2014/main" id="{0BA4BADC-6CA9-09C7-DDC2-7AD421791D86}"/>
              </a:ext>
            </a:extLst>
          </p:cNvPr>
          <p:cNvPicPr>
            <a:picLocks noGrp="1" noChangeAspect="1"/>
          </p:cNvPicPr>
          <p:nvPr>
            <p:ph idx="1"/>
          </p:nvPr>
        </p:nvPicPr>
        <p:blipFill>
          <a:blip r:embed="rId2"/>
          <a:stretch>
            <a:fillRect/>
          </a:stretch>
        </p:blipFill>
        <p:spPr>
          <a:xfrm>
            <a:off x="407988" y="2075644"/>
            <a:ext cx="11012487" cy="4002112"/>
          </a:xfrm>
        </p:spPr>
      </p:pic>
      <p:sp>
        <p:nvSpPr>
          <p:cNvPr id="6" name="Slide Number Placeholder 5">
            <a:extLst>
              <a:ext uri="{FF2B5EF4-FFF2-40B4-BE49-F238E27FC236}">
                <a16:creationId xmlns:a16="http://schemas.microsoft.com/office/drawing/2014/main" id="{FB10E110-081A-D674-C4EF-199A4E3204D4}"/>
              </a:ext>
            </a:extLst>
          </p:cNvPr>
          <p:cNvSpPr>
            <a:spLocks noGrp="1"/>
          </p:cNvSpPr>
          <p:nvPr>
            <p:ph type="sldNum" sz="quarter" idx="12"/>
          </p:nvPr>
        </p:nvSpPr>
        <p:spPr/>
        <p:txBody>
          <a:bodyPr/>
          <a:lstStyle/>
          <a:p>
            <a:fld id="{442AD375-037F-43D0-B059-5172DA06796A}" type="slidenum">
              <a:rPr lang="de-CH" smtClean="0"/>
              <a:pPr/>
              <a:t>4</a:t>
            </a:fld>
            <a:endParaRPr lang="de-CH" dirty="0"/>
          </a:p>
        </p:txBody>
      </p:sp>
      <p:sp>
        <p:nvSpPr>
          <p:cNvPr id="9" name="Date Placeholder 3">
            <a:extLst>
              <a:ext uri="{FF2B5EF4-FFF2-40B4-BE49-F238E27FC236}">
                <a16:creationId xmlns:a16="http://schemas.microsoft.com/office/drawing/2014/main" id="{30371774-760A-4616-1730-CAE179212493}"/>
              </a:ext>
            </a:extLst>
          </p:cNvPr>
          <p:cNvSpPr>
            <a:spLocks noGrp="1"/>
          </p:cNvSpPr>
          <p:nvPr>
            <p:ph type="dt" sz="half" idx="10"/>
          </p:nvPr>
        </p:nvSpPr>
        <p:spPr>
          <a:xfrm>
            <a:off x="419100" y="6620400"/>
            <a:ext cx="1188000" cy="144016"/>
          </a:xfrm>
        </p:spPr>
        <p:txBody>
          <a:bodyPr/>
          <a:lstStyle/>
          <a:p>
            <a:r>
              <a:rPr lang="de-DE" dirty="0"/>
              <a:t>18 December 2025</a:t>
            </a:r>
            <a:endParaRPr lang="de-CH" dirty="0"/>
          </a:p>
        </p:txBody>
      </p:sp>
      <p:sp>
        <p:nvSpPr>
          <p:cNvPr id="10" name="Footer Placeholder 4">
            <a:extLst>
              <a:ext uri="{FF2B5EF4-FFF2-40B4-BE49-F238E27FC236}">
                <a16:creationId xmlns:a16="http://schemas.microsoft.com/office/drawing/2014/main" id="{5E993CB5-1986-48C2-81F8-382A0AC4C931}"/>
              </a:ext>
            </a:extLst>
          </p:cNvPr>
          <p:cNvSpPr>
            <a:spLocks noGrp="1"/>
          </p:cNvSpPr>
          <p:nvPr>
            <p:ph type="ftr" sz="quarter" idx="11"/>
          </p:nvPr>
        </p:nvSpPr>
        <p:spPr>
          <a:xfrm>
            <a:off x="1667508" y="6620400"/>
            <a:ext cx="8100000" cy="144016"/>
          </a:xfrm>
        </p:spPr>
        <p:txBody>
          <a:bodyPr/>
          <a:lstStyle/>
          <a:p>
            <a:r>
              <a:rPr lang="de-CH" dirty="0"/>
              <a:t>OnComPlex</a:t>
            </a:r>
          </a:p>
        </p:txBody>
      </p:sp>
    </p:spTree>
    <p:extLst>
      <p:ext uri="{BB962C8B-B14F-4D97-AF65-F5344CB8AC3E}">
        <p14:creationId xmlns:p14="http://schemas.microsoft.com/office/powerpoint/2010/main" val="11942844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31C570-7279-8E74-F60D-69045EE44B76}"/>
              </a:ext>
            </a:extLst>
          </p:cNvPr>
          <p:cNvSpPr>
            <a:spLocks noGrp="1"/>
          </p:cNvSpPr>
          <p:nvPr>
            <p:ph type="title"/>
          </p:nvPr>
        </p:nvSpPr>
        <p:spPr/>
        <p:txBody>
          <a:bodyPr/>
          <a:lstStyle/>
          <a:p>
            <a:r>
              <a:rPr lang="en-US" dirty="0"/>
              <a:t>COSMIC and ICGC data require manual login</a:t>
            </a:r>
          </a:p>
        </p:txBody>
      </p:sp>
      <p:pic>
        <p:nvPicPr>
          <p:cNvPr id="8" name="Content Placeholder 7">
            <a:extLst>
              <a:ext uri="{FF2B5EF4-FFF2-40B4-BE49-F238E27FC236}">
                <a16:creationId xmlns:a16="http://schemas.microsoft.com/office/drawing/2014/main" id="{1ECD9FC3-145F-F7DF-7AFB-81E039ECA826}"/>
              </a:ext>
            </a:extLst>
          </p:cNvPr>
          <p:cNvPicPr>
            <a:picLocks noGrp="1" noChangeAspect="1"/>
          </p:cNvPicPr>
          <p:nvPr>
            <p:ph idx="1"/>
          </p:nvPr>
        </p:nvPicPr>
        <p:blipFill>
          <a:blip r:embed="rId2"/>
          <a:stretch>
            <a:fillRect/>
          </a:stretch>
        </p:blipFill>
        <p:spPr>
          <a:xfrm>
            <a:off x="407988" y="2460653"/>
            <a:ext cx="11012487" cy="3232095"/>
          </a:xfrm>
        </p:spPr>
      </p:pic>
      <p:sp>
        <p:nvSpPr>
          <p:cNvPr id="6" name="Slide Number Placeholder 5">
            <a:extLst>
              <a:ext uri="{FF2B5EF4-FFF2-40B4-BE49-F238E27FC236}">
                <a16:creationId xmlns:a16="http://schemas.microsoft.com/office/drawing/2014/main" id="{39AAFF2E-EC5D-DB95-6EF2-6003A821F329}"/>
              </a:ext>
            </a:extLst>
          </p:cNvPr>
          <p:cNvSpPr>
            <a:spLocks noGrp="1"/>
          </p:cNvSpPr>
          <p:nvPr>
            <p:ph type="sldNum" sz="quarter" idx="12"/>
          </p:nvPr>
        </p:nvSpPr>
        <p:spPr/>
        <p:txBody>
          <a:bodyPr/>
          <a:lstStyle/>
          <a:p>
            <a:fld id="{442AD375-037F-43D0-B059-5172DA06796A}" type="slidenum">
              <a:rPr lang="de-CH" smtClean="0"/>
              <a:pPr/>
              <a:t>5</a:t>
            </a:fld>
            <a:endParaRPr lang="de-CH" dirty="0"/>
          </a:p>
        </p:txBody>
      </p:sp>
      <p:sp>
        <p:nvSpPr>
          <p:cNvPr id="9" name="Date Placeholder 3">
            <a:extLst>
              <a:ext uri="{FF2B5EF4-FFF2-40B4-BE49-F238E27FC236}">
                <a16:creationId xmlns:a16="http://schemas.microsoft.com/office/drawing/2014/main" id="{AF77F1CB-DB44-AD9D-FB4A-0EF355F63668}"/>
              </a:ext>
            </a:extLst>
          </p:cNvPr>
          <p:cNvSpPr>
            <a:spLocks noGrp="1"/>
          </p:cNvSpPr>
          <p:nvPr>
            <p:ph type="dt" sz="half" idx="10"/>
          </p:nvPr>
        </p:nvSpPr>
        <p:spPr>
          <a:xfrm>
            <a:off x="419100" y="6620400"/>
            <a:ext cx="1188000" cy="144016"/>
          </a:xfrm>
        </p:spPr>
        <p:txBody>
          <a:bodyPr/>
          <a:lstStyle/>
          <a:p>
            <a:r>
              <a:rPr lang="de-DE" dirty="0"/>
              <a:t>18 December 2025</a:t>
            </a:r>
            <a:endParaRPr lang="de-CH" dirty="0"/>
          </a:p>
        </p:txBody>
      </p:sp>
      <p:sp>
        <p:nvSpPr>
          <p:cNvPr id="10" name="Footer Placeholder 4">
            <a:extLst>
              <a:ext uri="{FF2B5EF4-FFF2-40B4-BE49-F238E27FC236}">
                <a16:creationId xmlns:a16="http://schemas.microsoft.com/office/drawing/2014/main" id="{75EDC826-ADCC-CE6C-F3BE-32D82361F4AE}"/>
              </a:ext>
            </a:extLst>
          </p:cNvPr>
          <p:cNvSpPr>
            <a:spLocks noGrp="1"/>
          </p:cNvSpPr>
          <p:nvPr>
            <p:ph type="ftr" sz="quarter" idx="11"/>
          </p:nvPr>
        </p:nvSpPr>
        <p:spPr>
          <a:xfrm>
            <a:off x="1667508" y="6620400"/>
            <a:ext cx="8100000" cy="144016"/>
          </a:xfrm>
        </p:spPr>
        <p:txBody>
          <a:bodyPr/>
          <a:lstStyle/>
          <a:p>
            <a:r>
              <a:rPr lang="de-CH" dirty="0"/>
              <a:t>OnComPlex</a:t>
            </a:r>
          </a:p>
        </p:txBody>
      </p:sp>
    </p:spTree>
    <p:extLst>
      <p:ext uri="{BB962C8B-B14F-4D97-AF65-F5344CB8AC3E}">
        <p14:creationId xmlns:p14="http://schemas.microsoft.com/office/powerpoint/2010/main" val="25036777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BD42A8-68D4-A3B4-C9E6-A427E380445D}"/>
              </a:ext>
            </a:extLst>
          </p:cNvPr>
          <p:cNvSpPr>
            <a:spLocks noGrp="1"/>
          </p:cNvSpPr>
          <p:nvPr>
            <p:ph type="title"/>
          </p:nvPr>
        </p:nvSpPr>
        <p:spPr/>
        <p:txBody>
          <a:bodyPr/>
          <a:lstStyle/>
          <a:p>
            <a:r>
              <a:rPr lang="en-US" dirty="0"/>
              <a:t>Raw Data overview</a:t>
            </a:r>
          </a:p>
        </p:txBody>
      </p:sp>
      <p:sp>
        <p:nvSpPr>
          <p:cNvPr id="3" name="Content Placeholder 2">
            <a:extLst>
              <a:ext uri="{FF2B5EF4-FFF2-40B4-BE49-F238E27FC236}">
                <a16:creationId xmlns:a16="http://schemas.microsoft.com/office/drawing/2014/main" id="{C3DD74B5-E7CF-8E2C-5A5A-89356EB77E87}"/>
              </a:ext>
            </a:extLst>
          </p:cNvPr>
          <p:cNvSpPr>
            <a:spLocks noGrp="1"/>
          </p:cNvSpPr>
          <p:nvPr>
            <p:ph idx="1"/>
          </p:nvPr>
        </p:nvSpPr>
        <p:spPr/>
        <p:txBody>
          <a:bodyPr/>
          <a:lstStyle/>
          <a:p>
            <a:r>
              <a:rPr lang="en-US" dirty="0" err="1"/>
              <a:t>BioGRID</a:t>
            </a:r>
            <a:r>
              <a:rPr lang="en-US" dirty="0"/>
              <a:t> </a:t>
            </a:r>
            <a:r>
              <a:rPr lang="en-US" dirty="0" err="1"/>
              <a:t>Ensembl</a:t>
            </a:r>
            <a:r>
              <a:rPr lang="en-US" dirty="0"/>
              <a:t> 24 columns, 2’815’791 entries</a:t>
            </a:r>
          </a:p>
          <a:p>
            <a:r>
              <a:rPr lang="en-US" dirty="0" err="1"/>
              <a:t>IntACT</a:t>
            </a:r>
            <a:r>
              <a:rPr lang="en-US" dirty="0"/>
              <a:t>: </a:t>
            </a:r>
            <a:r>
              <a:rPr lang="en-US" dirty="0" err="1"/>
              <a:t>Uniprot</a:t>
            </a:r>
            <a:r>
              <a:rPr lang="en-US" dirty="0"/>
              <a:t> 42 columns, 1’726’476 entries</a:t>
            </a:r>
          </a:p>
          <a:p>
            <a:r>
              <a:rPr lang="en-US" dirty="0"/>
              <a:t>COSMIC 58 columns, 5’437’369 entries</a:t>
            </a:r>
          </a:p>
        </p:txBody>
      </p:sp>
      <p:sp>
        <p:nvSpPr>
          <p:cNvPr id="6" name="Slide Number Placeholder 5">
            <a:extLst>
              <a:ext uri="{FF2B5EF4-FFF2-40B4-BE49-F238E27FC236}">
                <a16:creationId xmlns:a16="http://schemas.microsoft.com/office/drawing/2014/main" id="{BD5FD1CC-7ECB-3F2B-E529-4ABAF8FA3F63}"/>
              </a:ext>
            </a:extLst>
          </p:cNvPr>
          <p:cNvSpPr>
            <a:spLocks noGrp="1"/>
          </p:cNvSpPr>
          <p:nvPr>
            <p:ph type="sldNum" sz="quarter" idx="12"/>
          </p:nvPr>
        </p:nvSpPr>
        <p:spPr/>
        <p:txBody>
          <a:bodyPr/>
          <a:lstStyle/>
          <a:p>
            <a:fld id="{442AD375-037F-43D0-B059-5172DA06796A}" type="slidenum">
              <a:rPr lang="de-CH" smtClean="0"/>
              <a:pPr/>
              <a:t>6</a:t>
            </a:fld>
            <a:endParaRPr lang="de-CH" dirty="0"/>
          </a:p>
        </p:txBody>
      </p:sp>
      <p:sp>
        <p:nvSpPr>
          <p:cNvPr id="7" name="Date Placeholder 3">
            <a:extLst>
              <a:ext uri="{FF2B5EF4-FFF2-40B4-BE49-F238E27FC236}">
                <a16:creationId xmlns:a16="http://schemas.microsoft.com/office/drawing/2014/main" id="{658B601C-D348-56A2-29FB-31AB35860484}"/>
              </a:ext>
            </a:extLst>
          </p:cNvPr>
          <p:cNvSpPr>
            <a:spLocks noGrp="1"/>
          </p:cNvSpPr>
          <p:nvPr>
            <p:ph type="dt" sz="half" idx="10"/>
          </p:nvPr>
        </p:nvSpPr>
        <p:spPr>
          <a:xfrm>
            <a:off x="419100" y="6620400"/>
            <a:ext cx="1188000" cy="144016"/>
          </a:xfrm>
        </p:spPr>
        <p:txBody>
          <a:bodyPr/>
          <a:lstStyle/>
          <a:p>
            <a:r>
              <a:rPr lang="de-DE" dirty="0"/>
              <a:t>18 December 2025</a:t>
            </a:r>
            <a:endParaRPr lang="de-CH" dirty="0"/>
          </a:p>
        </p:txBody>
      </p:sp>
      <p:sp>
        <p:nvSpPr>
          <p:cNvPr id="8" name="Footer Placeholder 4">
            <a:extLst>
              <a:ext uri="{FF2B5EF4-FFF2-40B4-BE49-F238E27FC236}">
                <a16:creationId xmlns:a16="http://schemas.microsoft.com/office/drawing/2014/main" id="{DA30D7DE-CC32-2DA1-DD90-CE26E8F742E0}"/>
              </a:ext>
            </a:extLst>
          </p:cNvPr>
          <p:cNvSpPr>
            <a:spLocks noGrp="1"/>
          </p:cNvSpPr>
          <p:nvPr>
            <p:ph type="ftr" sz="quarter" idx="11"/>
          </p:nvPr>
        </p:nvSpPr>
        <p:spPr>
          <a:xfrm>
            <a:off x="1667508" y="6620400"/>
            <a:ext cx="8100000" cy="144016"/>
          </a:xfrm>
        </p:spPr>
        <p:txBody>
          <a:bodyPr/>
          <a:lstStyle/>
          <a:p>
            <a:r>
              <a:rPr lang="de-CH" dirty="0"/>
              <a:t>OnComPlex</a:t>
            </a:r>
          </a:p>
        </p:txBody>
      </p:sp>
    </p:spTree>
    <p:extLst>
      <p:ext uri="{BB962C8B-B14F-4D97-AF65-F5344CB8AC3E}">
        <p14:creationId xmlns:p14="http://schemas.microsoft.com/office/powerpoint/2010/main" val="35240883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9269CC-7E1F-55BE-9878-0035DE688C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EC5426-E9D4-870C-78AD-27DF7E22514C}"/>
              </a:ext>
            </a:extLst>
          </p:cNvPr>
          <p:cNvSpPr>
            <a:spLocks noGrp="1"/>
          </p:cNvSpPr>
          <p:nvPr>
            <p:ph type="title"/>
          </p:nvPr>
        </p:nvSpPr>
        <p:spPr/>
        <p:txBody>
          <a:bodyPr/>
          <a:lstStyle/>
          <a:p>
            <a:r>
              <a:rPr lang="en-US" dirty="0"/>
              <a:t>Raw Data Processing, Filtering</a:t>
            </a:r>
          </a:p>
        </p:txBody>
      </p:sp>
      <p:sp>
        <p:nvSpPr>
          <p:cNvPr id="3" name="Content Placeholder 2">
            <a:extLst>
              <a:ext uri="{FF2B5EF4-FFF2-40B4-BE49-F238E27FC236}">
                <a16:creationId xmlns:a16="http://schemas.microsoft.com/office/drawing/2014/main" id="{267A2722-E8B3-91B7-D394-714BDB77CB5F}"/>
              </a:ext>
            </a:extLst>
          </p:cNvPr>
          <p:cNvSpPr>
            <a:spLocks noGrp="1"/>
          </p:cNvSpPr>
          <p:nvPr>
            <p:ph idx="1"/>
          </p:nvPr>
        </p:nvSpPr>
        <p:spPr/>
        <p:txBody>
          <a:bodyPr/>
          <a:lstStyle/>
          <a:p>
            <a:r>
              <a:rPr lang="en-US" dirty="0"/>
              <a:t>Remove any non-human entries</a:t>
            </a:r>
          </a:p>
          <a:p>
            <a:r>
              <a:rPr lang="en-US" dirty="0"/>
              <a:t>Normalization: Split Ensembl1 | Ensembl2 | Ensembl3 | … into:</a:t>
            </a:r>
            <a:br>
              <a:rPr lang="en-US" dirty="0"/>
            </a:br>
            <a:r>
              <a:rPr lang="en-US" dirty="0"/>
              <a:t>	Ensembl1</a:t>
            </a:r>
            <a:br>
              <a:rPr lang="en-US" dirty="0"/>
            </a:br>
            <a:r>
              <a:rPr lang="en-US" dirty="0"/>
              <a:t>	Ensembl2</a:t>
            </a:r>
            <a:br>
              <a:rPr lang="en-US" dirty="0"/>
            </a:br>
            <a:r>
              <a:rPr lang="en-US" dirty="0"/>
              <a:t>	Ensembl3</a:t>
            </a:r>
            <a:br>
              <a:rPr lang="en-US" dirty="0"/>
            </a:br>
            <a:r>
              <a:rPr lang="en-US" dirty="0"/>
              <a:t>	…</a:t>
            </a:r>
          </a:p>
          <a:p>
            <a:r>
              <a:rPr lang="en-US" dirty="0"/>
              <a:t>Remove entries lacking a matching uniport accession number</a:t>
            </a:r>
          </a:p>
          <a:p>
            <a:r>
              <a:rPr lang="en-US" dirty="0"/>
              <a:t>Remove columns that will not be used</a:t>
            </a:r>
          </a:p>
          <a:p>
            <a:endParaRPr lang="en-US" dirty="0"/>
          </a:p>
        </p:txBody>
      </p:sp>
      <p:sp>
        <p:nvSpPr>
          <p:cNvPr id="6" name="Slide Number Placeholder 5">
            <a:extLst>
              <a:ext uri="{FF2B5EF4-FFF2-40B4-BE49-F238E27FC236}">
                <a16:creationId xmlns:a16="http://schemas.microsoft.com/office/drawing/2014/main" id="{5BC84B03-42E2-49C6-A576-724218091F44}"/>
              </a:ext>
            </a:extLst>
          </p:cNvPr>
          <p:cNvSpPr>
            <a:spLocks noGrp="1"/>
          </p:cNvSpPr>
          <p:nvPr>
            <p:ph type="sldNum" sz="quarter" idx="12"/>
          </p:nvPr>
        </p:nvSpPr>
        <p:spPr/>
        <p:txBody>
          <a:bodyPr/>
          <a:lstStyle/>
          <a:p>
            <a:fld id="{442AD375-037F-43D0-B059-5172DA06796A}" type="slidenum">
              <a:rPr lang="de-CH" smtClean="0"/>
              <a:pPr/>
              <a:t>7</a:t>
            </a:fld>
            <a:endParaRPr lang="de-CH" dirty="0"/>
          </a:p>
        </p:txBody>
      </p:sp>
      <p:sp>
        <p:nvSpPr>
          <p:cNvPr id="7" name="Date Placeholder 3">
            <a:extLst>
              <a:ext uri="{FF2B5EF4-FFF2-40B4-BE49-F238E27FC236}">
                <a16:creationId xmlns:a16="http://schemas.microsoft.com/office/drawing/2014/main" id="{C736FE6D-D897-07EE-7764-98D630A06BB7}"/>
              </a:ext>
            </a:extLst>
          </p:cNvPr>
          <p:cNvSpPr>
            <a:spLocks noGrp="1"/>
          </p:cNvSpPr>
          <p:nvPr>
            <p:ph type="dt" sz="half" idx="10"/>
          </p:nvPr>
        </p:nvSpPr>
        <p:spPr>
          <a:xfrm>
            <a:off x="419100" y="6620400"/>
            <a:ext cx="1188000" cy="144016"/>
          </a:xfrm>
        </p:spPr>
        <p:txBody>
          <a:bodyPr/>
          <a:lstStyle/>
          <a:p>
            <a:r>
              <a:rPr lang="de-DE" dirty="0"/>
              <a:t>18 December 2025</a:t>
            </a:r>
            <a:endParaRPr lang="de-CH" dirty="0"/>
          </a:p>
        </p:txBody>
      </p:sp>
      <p:sp>
        <p:nvSpPr>
          <p:cNvPr id="8" name="Footer Placeholder 4">
            <a:extLst>
              <a:ext uri="{FF2B5EF4-FFF2-40B4-BE49-F238E27FC236}">
                <a16:creationId xmlns:a16="http://schemas.microsoft.com/office/drawing/2014/main" id="{2D7567CB-7E58-68A1-4DB0-C49E35F001FC}"/>
              </a:ext>
            </a:extLst>
          </p:cNvPr>
          <p:cNvSpPr>
            <a:spLocks noGrp="1"/>
          </p:cNvSpPr>
          <p:nvPr>
            <p:ph type="ftr" sz="quarter" idx="11"/>
          </p:nvPr>
        </p:nvSpPr>
        <p:spPr>
          <a:xfrm>
            <a:off x="1667508" y="6620400"/>
            <a:ext cx="8100000" cy="144016"/>
          </a:xfrm>
        </p:spPr>
        <p:txBody>
          <a:bodyPr/>
          <a:lstStyle/>
          <a:p>
            <a:r>
              <a:rPr lang="de-CH" dirty="0"/>
              <a:t>OnComPlex</a:t>
            </a:r>
          </a:p>
        </p:txBody>
      </p:sp>
    </p:spTree>
    <p:extLst>
      <p:ext uri="{BB962C8B-B14F-4D97-AF65-F5344CB8AC3E}">
        <p14:creationId xmlns:p14="http://schemas.microsoft.com/office/powerpoint/2010/main" val="12920417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835B6C-D400-E31C-1D6E-DB3CA15CE067}"/>
              </a:ext>
            </a:extLst>
          </p:cNvPr>
          <p:cNvSpPr>
            <a:spLocks noGrp="1"/>
          </p:cNvSpPr>
          <p:nvPr>
            <p:ph type="title"/>
          </p:nvPr>
        </p:nvSpPr>
        <p:spPr/>
        <p:txBody>
          <a:bodyPr/>
          <a:lstStyle/>
          <a:p>
            <a:r>
              <a:rPr lang="en-US" dirty="0"/>
              <a:t>Mapping all proteins / genes to </a:t>
            </a:r>
            <a:r>
              <a:rPr lang="en-US" dirty="0" err="1"/>
              <a:t>Uniprot</a:t>
            </a:r>
            <a:r>
              <a:rPr lang="en-US" dirty="0"/>
              <a:t> accession number</a:t>
            </a:r>
          </a:p>
        </p:txBody>
      </p:sp>
      <p:sp>
        <p:nvSpPr>
          <p:cNvPr id="3" name="Content Placeholder 2">
            <a:extLst>
              <a:ext uri="{FF2B5EF4-FFF2-40B4-BE49-F238E27FC236}">
                <a16:creationId xmlns:a16="http://schemas.microsoft.com/office/drawing/2014/main" id="{0950266C-B20C-509A-A5E1-2021F50BD2F2}"/>
              </a:ext>
            </a:extLst>
          </p:cNvPr>
          <p:cNvSpPr>
            <a:spLocks noGrp="1"/>
          </p:cNvSpPr>
          <p:nvPr>
            <p:ph idx="1"/>
          </p:nvPr>
        </p:nvSpPr>
        <p:spPr/>
        <p:txBody>
          <a:bodyPr/>
          <a:lstStyle/>
          <a:p>
            <a:endParaRPr lang="en-US"/>
          </a:p>
        </p:txBody>
      </p:sp>
      <p:sp>
        <p:nvSpPr>
          <p:cNvPr id="6" name="Slide Number Placeholder 5">
            <a:extLst>
              <a:ext uri="{FF2B5EF4-FFF2-40B4-BE49-F238E27FC236}">
                <a16:creationId xmlns:a16="http://schemas.microsoft.com/office/drawing/2014/main" id="{9466250C-2B06-C6DA-5CB8-EC49EC25A4F3}"/>
              </a:ext>
            </a:extLst>
          </p:cNvPr>
          <p:cNvSpPr>
            <a:spLocks noGrp="1"/>
          </p:cNvSpPr>
          <p:nvPr>
            <p:ph type="sldNum" sz="quarter" idx="12"/>
          </p:nvPr>
        </p:nvSpPr>
        <p:spPr/>
        <p:txBody>
          <a:bodyPr/>
          <a:lstStyle/>
          <a:p>
            <a:fld id="{442AD375-037F-43D0-B059-5172DA06796A}" type="slidenum">
              <a:rPr lang="de-CH" smtClean="0"/>
              <a:pPr/>
              <a:t>8</a:t>
            </a:fld>
            <a:endParaRPr lang="de-CH" dirty="0"/>
          </a:p>
        </p:txBody>
      </p:sp>
      <p:sp>
        <p:nvSpPr>
          <p:cNvPr id="7" name="Date Placeholder 3">
            <a:extLst>
              <a:ext uri="{FF2B5EF4-FFF2-40B4-BE49-F238E27FC236}">
                <a16:creationId xmlns:a16="http://schemas.microsoft.com/office/drawing/2014/main" id="{2AD42760-4416-B478-5DA1-6F9C4FAF76D1}"/>
              </a:ext>
            </a:extLst>
          </p:cNvPr>
          <p:cNvSpPr>
            <a:spLocks noGrp="1"/>
          </p:cNvSpPr>
          <p:nvPr>
            <p:ph type="dt" sz="half" idx="10"/>
          </p:nvPr>
        </p:nvSpPr>
        <p:spPr>
          <a:xfrm>
            <a:off x="419100" y="6620400"/>
            <a:ext cx="1188000" cy="144016"/>
          </a:xfrm>
        </p:spPr>
        <p:txBody>
          <a:bodyPr/>
          <a:lstStyle/>
          <a:p>
            <a:r>
              <a:rPr lang="de-DE" dirty="0"/>
              <a:t>18 December 2025</a:t>
            </a:r>
            <a:endParaRPr lang="de-CH" dirty="0"/>
          </a:p>
        </p:txBody>
      </p:sp>
      <p:sp>
        <p:nvSpPr>
          <p:cNvPr id="8" name="Footer Placeholder 4">
            <a:extLst>
              <a:ext uri="{FF2B5EF4-FFF2-40B4-BE49-F238E27FC236}">
                <a16:creationId xmlns:a16="http://schemas.microsoft.com/office/drawing/2014/main" id="{A3D1DCBB-583E-2014-6F7C-1238351C3948}"/>
              </a:ext>
            </a:extLst>
          </p:cNvPr>
          <p:cNvSpPr>
            <a:spLocks noGrp="1"/>
          </p:cNvSpPr>
          <p:nvPr>
            <p:ph type="ftr" sz="quarter" idx="11"/>
          </p:nvPr>
        </p:nvSpPr>
        <p:spPr>
          <a:xfrm>
            <a:off x="1667508" y="6620400"/>
            <a:ext cx="8100000" cy="144016"/>
          </a:xfrm>
        </p:spPr>
        <p:txBody>
          <a:bodyPr/>
          <a:lstStyle/>
          <a:p>
            <a:r>
              <a:rPr lang="de-CH" dirty="0"/>
              <a:t>OnComPlex</a:t>
            </a:r>
          </a:p>
        </p:txBody>
      </p:sp>
    </p:spTree>
    <p:extLst>
      <p:ext uri="{BB962C8B-B14F-4D97-AF65-F5344CB8AC3E}">
        <p14:creationId xmlns:p14="http://schemas.microsoft.com/office/powerpoint/2010/main" val="7320071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C16358-E986-9239-905B-4C4F805B68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67867E2-E831-3FCD-49CD-634C4141AAB7}"/>
              </a:ext>
            </a:extLst>
          </p:cNvPr>
          <p:cNvSpPr>
            <a:spLocks noGrp="1"/>
          </p:cNvSpPr>
          <p:nvPr>
            <p:ph type="title"/>
          </p:nvPr>
        </p:nvSpPr>
        <p:spPr/>
        <p:txBody>
          <a:bodyPr/>
          <a:lstStyle/>
          <a:p>
            <a:r>
              <a:rPr lang="en-US" dirty="0"/>
              <a:t>Mapping all proteins / genes to </a:t>
            </a:r>
            <a:r>
              <a:rPr lang="en-US" dirty="0" err="1"/>
              <a:t>Uniprot</a:t>
            </a:r>
            <a:r>
              <a:rPr lang="en-US" dirty="0"/>
              <a:t> accession number</a:t>
            </a:r>
          </a:p>
        </p:txBody>
      </p:sp>
      <p:pic>
        <p:nvPicPr>
          <p:cNvPr id="5" name="Content Placeholder 4">
            <a:extLst>
              <a:ext uri="{FF2B5EF4-FFF2-40B4-BE49-F238E27FC236}">
                <a16:creationId xmlns:a16="http://schemas.microsoft.com/office/drawing/2014/main" id="{B334CB56-432D-2D70-666C-831B8521749E}"/>
              </a:ext>
            </a:extLst>
          </p:cNvPr>
          <p:cNvPicPr>
            <a:picLocks noGrp="1" noChangeAspect="1"/>
          </p:cNvPicPr>
          <p:nvPr>
            <p:ph idx="1"/>
          </p:nvPr>
        </p:nvPicPr>
        <p:blipFill>
          <a:blip r:embed="rId2"/>
          <a:stretch>
            <a:fillRect/>
          </a:stretch>
        </p:blipFill>
        <p:spPr>
          <a:xfrm>
            <a:off x="1828586" y="1989138"/>
            <a:ext cx="8534829" cy="4577146"/>
          </a:xfrm>
          <a:prstGeom prst="rect">
            <a:avLst/>
          </a:prstGeom>
        </p:spPr>
      </p:pic>
      <p:sp>
        <p:nvSpPr>
          <p:cNvPr id="6" name="Slide Number Placeholder 5">
            <a:extLst>
              <a:ext uri="{FF2B5EF4-FFF2-40B4-BE49-F238E27FC236}">
                <a16:creationId xmlns:a16="http://schemas.microsoft.com/office/drawing/2014/main" id="{D282F030-0172-338B-18F8-32D00C8CB0A8}"/>
              </a:ext>
            </a:extLst>
          </p:cNvPr>
          <p:cNvSpPr>
            <a:spLocks noGrp="1"/>
          </p:cNvSpPr>
          <p:nvPr>
            <p:ph type="sldNum" sz="quarter" idx="12"/>
          </p:nvPr>
        </p:nvSpPr>
        <p:spPr/>
        <p:txBody>
          <a:bodyPr/>
          <a:lstStyle/>
          <a:p>
            <a:fld id="{442AD375-037F-43D0-B059-5172DA06796A}" type="slidenum">
              <a:rPr lang="de-CH" smtClean="0"/>
              <a:pPr/>
              <a:t>9</a:t>
            </a:fld>
            <a:endParaRPr lang="de-CH" dirty="0"/>
          </a:p>
        </p:txBody>
      </p:sp>
      <p:sp>
        <p:nvSpPr>
          <p:cNvPr id="7" name="Date Placeholder 3">
            <a:extLst>
              <a:ext uri="{FF2B5EF4-FFF2-40B4-BE49-F238E27FC236}">
                <a16:creationId xmlns:a16="http://schemas.microsoft.com/office/drawing/2014/main" id="{1EB83D26-7F5F-8732-8F42-8D9D046B76AF}"/>
              </a:ext>
            </a:extLst>
          </p:cNvPr>
          <p:cNvSpPr>
            <a:spLocks noGrp="1"/>
          </p:cNvSpPr>
          <p:nvPr>
            <p:ph type="dt" sz="half" idx="10"/>
          </p:nvPr>
        </p:nvSpPr>
        <p:spPr>
          <a:xfrm>
            <a:off x="419100" y="6620400"/>
            <a:ext cx="1188000" cy="144016"/>
          </a:xfrm>
        </p:spPr>
        <p:txBody>
          <a:bodyPr/>
          <a:lstStyle/>
          <a:p>
            <a:r>
              <a:rPr lang="de-DE" dirty="0"/>
              <a:t>18 December 2025</a:t>
            </a:r>
            <a:endParaRPr lang="de-CH" dirty="0"/>
          </a:p>
        </p:txBody>
      </p:sp>
      <p:sp>
        <p:nvSpPr>
          <p:cNvPr id="8" name="Footer Placeholder 4">
            <a:extLst>
              <a:ext uri="{FF2B5EF4-FFF2-40B4-BE49-F238E27FC236}">
                <a16:creationId xmlns:a16="http://schemas.microsoft.com/office/drawing/2014/main" id="{A2CCBA4C-9768-6CE4-FC8D-16128A84A6D1}"/>
              </a:ext>
            </a:extLst>
          </p:cNvPr>
          <p:cNvSpPr>
            <a:spLocks noGrp="1"/>
          </p:cNvSpPr>
          <p:nvPr>
            <p:ph type="ftr" sz="quarter" idx="11"/>
          </p:nvPr>
        </p:nvSpPr>
        <p:spPr>
          <a:xfrm>
            <a:off x="1667508" y="6620400"/>
            <a:ext cx="8100000" cy="144016"/>
          </a:xfrm>
        </p:spPr>
        <p:txBody>
          <a:bodyPr/>
          <a:lstStyle/>
          <a:p>
            <a:r>
              <a:rPr lang="de-CH" dirty="0"/>
              <a:t>OnComPlex</a:t>
            </a:r>
          </a:p>
        </p:txBody>
      </p:sp>
    </p:spTree>
    <p:extLst>
      <p:ext uri="{BB962C8B-B14F-4D97-AF65-F5344CB8AC3E}">
        <p14:creationId xmlns:p14="http://schemas.microsoft.com/office/powerpoint/2010/main" val="1434517802"/>
      </p:ext>
    </p:extLst>
  </p:cSld>
  <p:clrMapOvr>
    <a:masterClrMapping/>
  </p:clrMapOvr>
</p:sld>
</file>

<file path=ppt/theme/theme1.xml><?xml version="1.0" encoding="utf-8"?>
<a:theme xmlns:a="http://schemas.openxmlformats.org/drawingml/2006/main" name="FHNW">
  <a:themeElements>
    <a:clrScheme name="Office-Standard">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defRPr dirty="0"/>
        </a:defPPr>
      </a:lstStyle>
    </a:txDef>
  </a:objectDefaults>
  <a:extraClrSchemeLst/>
  <a:extLst>
    <a:ext uri="{05A4C25C-085E-4340-85A3-A5531E510DB2}">
      <thm15:themeFamily xmlns:thm15="http://schemas.microsoft.com/office/thememl/2012/main" name="HLS - 16x9 English" id="{C3059148-E6FB-462D-9D98-EA4DC425FE64}" vid="{FE2BC3BD-7964-4C46-A1CC-0F86E40EA6AF}"/>
    </a:ext>
  </a:extLst>
</a:theme>
</file>

<file path=ppt/theme/theme2.xml><?xml version="1.0" encoding="utf-8"?>
<a:theme xmlns:a="http://schemas.openxmlformats.org/drawingml/2006/main" name="Office Theme">
  <a:themeElements>
    <a:clrScheme name="Fachhochschule Nordwestschweiz">
      <a:dk1>
        <a:sysClr val="windowText" lastClr="000000"/>
      </a:dk1>
      <a:lt1>
        <a:sysClr val="window" lastClr="FFFFFF"/>
      </a:lt1>
      <a:dk2>
        <a:srgbClr val="4B4B4B"/>
      </a:dk2>
      <a:lt2>
        <a:srgbClr val="B9B9B9"/>
      </a:lt2>
      <a:accent1>
        <a:srgbClr val="FDE70E"/>
      </a:accent1>
      <a:accent2>
        <a:srgbClr val="FCB310"/>
      </a:accent2>
      <a:accent3>
        <a:srgbClr val="C70101"/>
      </a:accent3>
      <a:accent4>
        <a:srgbClr val="EF039B"/>
      </a:accent4>
      <a:accent5>
        <a:srgbClr val="0E75FE"/>
      </a:accent5>
      <a:accent6>
        <a:srgbClr val="58C507"/>
      </a:accent6>
      <a:hlink>
        <a:srgbClr val="000000"/>
      </a:hlink>
      <a:folHlink>
        <a:srgbClr val="00000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Fachhochschule Nordwestschweiz">
      <a:dk1>
        <a:sysClr val="windowText" lastClr="000000"/>
      </a:dk1>
      <a:lt1>
        <a:sysClr val="window" lastClr="FFFFFF"/>
      </a:lt1>
      <a:dk2>
        <a:srgbClr val="4B4B4B"/>
      </a:dk2>
      <a:lt2>
        <a:srgbClr val="B9B9B9"/>
      </a:lt2>
      <a:accent1>
        <a:srgbClr val="FDE70E"/>
      </a:accent1>
      <a:accent2>
        <a:srgbClr val="FCB310"/>
      </a:accent2>
      <a:accent3>
        <a:srgbClr val="C70101"/>
      </a:accent3>
      <a:accent4>
        <a:srgbClr val="EF039B"/>
      </a:accent4>
      <a:accent5>
        <a:srgbClr val="0E75FE"/>
      </a:accent5>
      <a:accent6>
        <a:srgbClr val="58C507"/>
      </a:accent6>
      <a:hlink>
        <a:srgbClr val="000000"/>
      </a:hlink>
      <a:folHlink>
        <a:srgbClr val="00000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A2ED5A2B-AA98-4E20-9ECF-6054E5AD6D36}">
  <we:reference id="ea375709-5511-4a7d-9ad9-0150d03e7fbe" version="3.4.0.0" store="EXCatalog" storeType="EXCatalog"/>
  <we:alternateReferences>
    <we:reference id="WA104380602" version="3.4.0.0" store="de-CH" storeType="OMEX"/>
  </we:alternateReferences>
  <we:properties>
    <we:property name="Office.AutoShowTaskpaneWithDocument" value="true"/>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kument" ma:contentTypeID="0x010100F336E6A137EBA04CAA14C83E6B567E6E" ma:contentTypeVersion="3" ma:contentTypeDescription="Ein neues Dokument erstellen." ma:contentTypeScope="" ma:versionID="77572e30cf6f93647859db2500c22fd9">
  <xsd:schema xmlns:xsd="http://www.w3.org/2001/XMLSchema" xmlns:xs="http://www.w3.org/2001/XMLSchema" xmlns:p="http://schemas.microsoft.com/office/2006/metadata/properties" xmlns:ns2="5019f46e-7630-4c10-8bcc-ae747be1e2f1" targetNamespace="http://schemas.microsoft.com/office/2006/metadata/properties" ma:root="true" ma:fieldsID="b8f38f7d814aad48f72f5832efacc58b" ns2:_="">
    <xsd:import namespace="5019f46e-7630-4c10-8bcc-ae747be1e2f1"/>
    <xsd:element name="properties">
      <xsd:complexType>
        <xsd:sequence>
          <xsd:element name="documentManagement">
            <xsd:complexType>
              <xsd:all>
                <xsd:element ref="ns2:MediaServiceMetadata" minOccurs="0"/>
                <xsd:element ref="ns2:MediaServiceFastMetadata"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019f46e-7630-4c10-8bcc-ae747be1e2f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BF65325-E5A1-413B-B2A2-CFC73EE3949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019f46e-7630-4c10-8bcc-ae747be1e2f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5626B806-0237-4942-A1FD-5C97285908C2}">
  <ds:schemaRefs>
    <ds:schemaRef ds:uri="http://purl.org/dc/terms/"/>
    <ds:schemaRef ds:uri="http://schemas.openxmlformats.org/package/2006/metadata/core-properties"/>
    <ds:schemaRef ds:uri="http://schemas.microsoft.com/office/2006/documentManagement/types"/>
    <ds:schemaRef ds:uri="http://purl.org/dc/dcmitype/"/>
    <ds:schemaRef ds:uri="5019f46e-7630-4c10-8bcc-ae747be1e2f1"/>
    <ds:schemaRef ds:uri="http://purl.org/dc/elements/1.1/"/>
    <ds:schemaRef ds:uri="http://schemas.microsoft.com/office/2006/metadata/properties"/>
    <ds:schemaRef ds:uri="http://schemas.microsoft.com/office/infopath/2007/PartnerControls"/>
    <ds:schemaRef ds:uri="http://www.w3.org/XML/1998/namespace"/>
  </ds:schemaRefs>
</ds:datastoreItem>
</file>

<file path=customXml/itemProps3.xml><?xml version="1.0" encoding="utf-8"?>
<ds:datastoreItem xmlns:ds="http://schemas.openxmlformats.org/officeDocument/2006/customXml" ds:itemID="{4B6B7BE2-63AD-4C37-AC44-F0E4FC348E24}">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277</TotalTime>
  <Words>394</Words>
  <Application>Microsoft Office PowerPoint</Application>
  <PresentationFormat>Widescreen</PresentationFormat>
  <Paragraphs>52</Paragraphs>
  <Slides>9</Slides>
  <Notes>0</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9</vt:i4>
      </vt:variant>
    </vt:vector>
  </HeadingPairs>
  <TitlesOfParts>
    <vt:vector size="11" baseType="lpstr">
      <vt:lpstr>Arial</vt:lpstr>
      <vt:lpstr>FHNW</vt:lpstr>
      <vt:lpstr>OnComPlex</vt:lpstr>
      <vt:lpstr>OnComPlex - Aim</vt:lpstr>
      <vt:lpstr>OnComPlex - Datafiles</vt:lpstr>
      <vt:lpstr>Download and extract interaction databases with script</vt:lpstr>
      <vt:lpstr>COSMIC and ICGC data require manual login</vt:lpstr>
      <vt:lpstr>Raw Data overview</vt:lpstr>
      <vt:lpstr>Raw Data Processing, Filtering</vt:lpstr>
      <vt:lpstr>Mapping all proteins / genes to Uniprot accession number</vt:lpstr>
      <vt:lpstr>Mapping all proteins / genes to Uniprot accession number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HLS - 16x9 English</dc:title>
  <dc:creator>Fachhochschule Nordwestschweiz FHNW</dc:creator>
  <dc:description/>
  <cp:lastModifiedBy>Remco Crefcoeur (s)</cp:lastModifiedBy>
  <cp:revision>49</cp:revision>
  <dcterms:created xsi:type="dcterms:W3CDTF">2023-03-02T15:17:19Z</dcterms:created>
  <dcterms:modified xsi:type="dcterms:W3CDTF">2025-12-18T14:22:00Z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0x010100F336E6A137EBA04CAA14C83E6B567E6E</vt:lpwstr>
  </property>
  <property fmtid="{D5CDD505-2E9C-101B-9397-08002B2CF9AE}" pid="3" name="MediaServiceImageTags">
    <vt:lpwstr/>
  </property>
</Properties>
</file>